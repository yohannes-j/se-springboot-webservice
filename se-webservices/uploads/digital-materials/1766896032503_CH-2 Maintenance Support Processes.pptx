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ffffff"/>
              </a:solidFill>
              <a:effectLst/>
              <a:uFillTx/>
              <a:latin typeface="Arial"/>
            </a:endParaRPr>
          </a:p>
        </p:txBody>
      </p:sp>
      <p:sp>
        <p:nvSpPr>
          <p:cNvPr id="1" name="PlaceHolder 2"/>
          <p:cNvSpPr>
            <a:spLocks noGrp="1"/>
          </p:cNvSpPr>
          <p:nvPr>
            <p:ph type="body"/>
          </p:nvPr>
        </p:nvSpPr>
        <p:spPr>
          <a:xfrm>
            <a:off x="838080" y="1825560"/>
            <a:ext cx="518040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2" name="PlaceHolder 3"/>
          <p:cNvSpPr>
            <a:spLocks noGrp="1"/>
          </p:cNvSpPr>
          <p:nvPr>
            <p:ph type="body"/>
          </p:nvPr>
        </p:nvSpPr>
        <p:spPr>
          <a:xfrm>
            <a:off x="6172200" y="1825560"/>
            <a:ext cx="518040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3" name="PlaceHolder 4"/>
          <p:cNvSpPr>
            <a:spLocks noGrp="1"/>
          </p:cNvSpPr>
          <p:nvPr>
            <p:ph type="dt" idx="1"/>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4" name="PlaceHolder 5"/>
          <p:cNvSpPr>
            <a:spLocks noGrp="1"/>
          </p:cNvSpPr>
          <p:nvPr>
            <p:ph type="ftr" idx="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5" name="PlaceHolder 6"/>
          <p:cNvSpPr>
            <a:spLocks noGrp="1"/>
          </p:cNvSpPr>
          <p:nvPr>
            <p:ph type="sldNum" idx="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28AAD3F-F6D1-4D3A-BEA7-FC5C61BBFF53}"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chemeClr val="accent1"/>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98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a:t>
            </a:r>
            <a:r>
              <a:rPr b="0" lang="en-US" sz="4400" strike="noStrike" u="none">
                <a:solidFill>
                  <a:schemeClr val="dk1"/>
                </a:solidFill>
                <a:effectLst/>
                <a:uFillTx/>
                <a:latin typeface="Calibri Light"/>
              </a:rPr>
              <a:t>to edit </a:t>
            </a:r>
            <a:r>
              <a:rPr b="0" lang="en-US" sz="4400" strike="noStrike" u="none">
                <a:solidFill>
                  <a:schemeClr val="dk1"/>
                </a:solidFill>
                <a:effectLst/>
                <a:uFillTx/>
                <a:latin typeface="Calibri Light"/>
              </a:rPr>
              <a:t>Maste</a:t>
            </a:r>
            <a:r>
              <a:rPr b="0" lang="en-US" sz="4400" strike="noStrike" u="none">
                <a:solidFill>
                  <a:schemeClr val="dk1"/>
                </a:solidFill>
                <a:effectLst/>
                <a:uFillTx/>
                <a:latin typeface="Calibri Light"/>
              </a:rPr>
              <a:t>r title </a:t>
            </a:r>
            <a:r>
              <a:rPr b="0" lang="en-US" sz="4400" strike="noStrike" u="none">
                <a:solidFill>
                  <a:schemeClr val="dk1"/>
                </a:solidFill>
                <a:effectLst/>
                <a:uFillTx/>
                <a:latin typeface="Calibri Light"/>
              </a:rPr>
              <a:t>style</a:t>
            </a:r>
            <a:endParaRPr b="0" lang="en-US" sz="4400" strike="noStrike" u="none">
              <a:solidFill>
                <a:srgbClr val="ffffff"/>
              </a:solidFill>
              <a:effectLst/>
              <a:uFillTx/>
              <a:latin typeface="Arial"/>
            </a:endParaRPr>
          </a:p>
        </p:txBody>
      </p:sp>
      <p:sp>
        <p:nvSpPr>
          <p:cNvPr id="7" name="PlaceHolder 2"/>
          <p:cNvSpPr>
            <a:spLocks noGrp="1"/>
          </p:cNvSpPr>
          <p:nvPr>
            <p:ph type="body"/>
          </p:nvPr>
        </p:nvSpPr>
        <p:spPr>
          <a:xfrm>
            <a:off x="839880" y="1681200"/>
            <a:ext cx="5156640" cy="82296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Edit Master text styles</a:t>
            </a:r>
            <a:endParaRPr b="0" lang="en-US" sz="2400" strike="noStrike" u="none">
              <a:solidFill>
                <a:srgbClr val="ffffff"/>
              </a:solidFill>
              <a:effectLst/>
              <a:uFillTx/>
              <a:latin typeface="Arial"/>
            </a:endParaRPr>
          </a:p>
        </p:txBody>
      </p:sp>
      <p:sp>
        <p:nvSpPr>
          <p:cNvPr id="8" name="PlaceHolder 3"/>
          <p:cNvSpPr>
            <a:spLocks noGrp="1"/>
          </p:cNvSpPr>
          <p:nvPr>
            <p:ph type="body"/>
          </p:nvPr>
        </p:nvSpPr>
        <p:spPr>
          <a:xfrm>
            <a:off x="839880" y="2505240"/>
            <a:ext cx="5156640" cy="3683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9" name="PlaceHolder 4"/>
          <p:cNvSpPr>
            <a:spLocks noGrp="1"/>
          </p:cNvSpPr>
          <p:nvPr>
            <p:ph type="body"/>
          </p:nvPr>
        </p:nvSpPr>
        <p:spPr>
          <a:xfrm>
            <a:off x="6172200" y="1681200"/>
            <a:ext cx="5182200" cy="82296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trike="noStrike" u="none">
                <a:solidFill>
                  <a:schemeClr val="dk1"/>
                </a:solidFill>
                <a:effectLst/>
                <a:uFillTx/>
                <a:latin typeface="Calibri"/>
              </a:rPr>
              <a:t>Edit Master text styles</a:t>
            </a:r>
            <a:endParaRPr b="0" lang="en-US" sz="2400" strike="noStrike" u="none">
              <a:solidFill>
                <a:srgbClr val="ffffff"/>
              </a:solidFill>
              <a:effectLst/>
              <a:uFillTx/>
              <a:latin typeface="Arial"/>
            </a:endParaRPr>
          </a:p>
        </p:txBody>
      </p:sp>
      <p:sp>
        <p:nvSpPr>
          <p:cNvPr id="10" name="PlaceHolder 5"/>
          <p:cNvSpPr>
            <a:spLocks noGrp="1"/>
          </p:cNvSpPr>
          <p:nvPr>
            <p:ph type="body"/>
          </p:nvPr>
        </p:nvSpPr>
        <p:spPr>
          <a:xfrm>
            <a:off x="6172200" y="2505240"/>
            <a:ext cx="5182200" cy="3683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11" name="PlaceHolder 6"/>
          <p:cNvSpPr>
            <a:spLocks noGrp="1"/>
          </p:cNvSpPr>
          <p:nvPr>
            <p:ph type="dt" idx="4"/>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12" name="PlaceHolder 7"/>
          <p:cNvSpPr>
            <a:spLocks noGrp="1"/>
          </p:cNvSpPr>
          <p:nvPr>
            <p:ph type="ftr" idx="5"/>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13" name="PlaceHolder 8"/>
          <p:cNvSpPr>
            <a:spLocks noGrp="1"/>
          </p:cNvSpPr>
          <p:nvPr>
            <p:ph type="sldNum" idx="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F3F7E45E-587E-4D53-B311-7E6CA8DACE5B}"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chemeClr val="accen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ffffff"/>
              </a:solidFill>
              <a:effectLst/>
              <a:uFillTx/>
              <a:latin typeface="Arial"/>
            </a:endParaRPr>
          </a:p>
        </p:txBody>
      </p:sp>
      <p:sp>
        <p:nvSpPr>
          <p:cNvPr id="15" name="PlaceHolder 2"/>
          <p:cNvSpPr>
            <a:spLocks noGrp="1"/>
          </p:cNvSpPr>
          <p:nvPr>
            <p:ph type="dt" idx="7"/>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16" name="PlaceHolder 3"/>
          <p:cNvSpPr>
            <a:spLocks noGrp="1"/>
          </p:cNvSpPr>
          <p:nvPr>
            <p:ph type="ftr" idx="8"/>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17" name="PlaceHolder 4"/>
          <p:cNvSpPr>
            <a:spLocks noGrp="1"/>
          </p:cNvSpPr>
          <p:nvPr>
            <p:ph type="sldNum" idx="9"/>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14871E6-24E6-4D72-A78F-6D35ECFCBE95}"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accent1"/>
        </a:solidFill>
      </p:bgPr>
    </p:bg>
    <p:spTree>
      <p:nvGrpSpPr>
        <p:cNvPr id="1" name=""/>
        <p:cNvGrpSpPr/>
        <p:nvPr/>
      </p:nvGrpSpPr>
      <p:grpSpPr>
        <a:xfrm>
          <a:off x="0" y="0"/>
          <a:ext cx="0" cy="0"/>
          <a:chOff x="0" y="0"/>
          <a:chExt cx="0" cy="0"/>
        </a:xfrm>
      </p:grpSpPr>
      <p:sp>
        <p:nvSpPr>
          <p:cNvPr id="18" name="PlaceHolder 1"/>
          <p:cNvSpPr>
            <a:spLocks noGrp="1"/>
          </p:cNvSpPr>
          <p:nvPr>
            <p:ph type="dt" idx="10"/>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19" name="PlaceHolder 2"/>
          <p:cNvSpPr>
            <a:spLocks noGrp="1"/>
          </p:cNvSpPr>
          <p:nvPr>
            <p:ph type="ftr" idx="1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20" name="PlaceHolder 3"/>
          <p:cNvSpPr>
            <a:spLocks noGrp="1"/>
          </p:cNvSpPr>
          <p:nvPr>
            <p:ph type="sldNum" idx="1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AB5F205-A444-499C-9E3B-D928E5969ECE}"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chemeClr val="accen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9880" y="457200"/>
            <a:ext cx="3931200" cy="15991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ffffff"/>
              </a:solidFill>
              <a:effectLst/>
              <a:uFillTx/>
              <a:latin typeface="Arial"/>
            </a:endParaRPr>
          </a:p>
        </p:txBody>
      </p:sp>
      <p:sp>
        <p:nvSpPr>
          <p:cNvPr id="22" name="PlaceHolder 2"/>
          <p:cNvSpPr>
            <a:spLocks noGrp="1"/>
          </p:cNvSpPr>
          <p:nvPr>
            <p:ph type="body"/>
          </p:nvPr>
        </p:nvSpPr>
        <p:spPr>
          <a:xfrm>
            <a:off x="5183280" y="987480"/>
            <a:ext cx="6171120" cy="4872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Calibri"/>
              </a:rPr>
              <a:t>Edit Master text styles</a:t>
            </a:r>
            <a:endParaRPr b="0" lang="en-US" sz="32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effectLst/>
                <a:uFillTx/>
                <a:latin typeface="Calibri"/>
              </a:rPr>
              <a:t>Second level</a:t>
            </a:r>
            <a:endParaRPr b="0" lang="en-US" sz="28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Third level</a:t>
            </a:r>
            <a:endParaRPr b="0" lang="en-US" sz="24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ffffff"/>
              </a:solidFill>
              <a:effectLst/>
              <a:uFillTx/>
              <a:latin typeface="Arial"/>
            </a:endParaRPr>
          </a:p>
        </p:txBody>
      </p:sp>
      <p:sp>
        <p:nvSpPr>
          <p:cNvPr id="23" name="PlaceHolder 3"/>
          <p:cNvSpPr>
            <a:spLocks noGrp="1"/>
          </p:cNvSpPr>
          <p:nvPr>
            <p:ph type="body"/>
          </p:nvPr>
        </p:nvSpPr>
        <p:spPr>
          <a:xfrm>
            <a:off x="839880" y="2057400"/>
            <a:ext cx="3931200" cy="3810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Edit Master text styles</a:t>
            </a:r>
            <a:endParaRPr b="0" lang="en-US" sz="1600" strike="noStrike" u="none">
              <a:solidFill>
                <a:srgbClr val="ffffff"/>
              </a:solidFill>
              <a:effectLst/>
              <a:uFillTx/>
              <a:latin typeface="Arial"/>
            </a:endParaRPr>
          </a:p>
        </p:txBody>
      </p:sp>
      <p:sp>
        <p:nvSpPr>
          <p:cNvPr id="24" name="PlaceHolder 4"/>
          <p:cNvSpPr>
            <a:spLocks noGrp="1"/>
          </p:cNvSpPr>
          <p:nvPr>
            <p:ph type="dt" idx="13"/>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25" name="PlaceHolder 5"/>
          <p:cNvSpPr>
            <a:spLocks noGrp="1"/>
          </p:cNvSpPr>
          <p:nvPr>
            <p:ph type="ftr" idx="1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26" name="PlaceHolder 6"/>
          <p:cNvSpPr>
            <a:spLocks noGrp="1"/>
          </p:cNvSpPr>
          <p:nvPr>
            <p:ph type="sldNum" idx="1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B2A19513-052E-4C8F-9584-1BB20DC0B650}"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chemeClr val="accen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9880" y="457200"/>
            <a:ext cx="3931200" cy="15991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chemeClr val="dk1"/>
                </a:solidFill>
                <a:effectLst/>
                <a:uFillTx/>
                <a:latin typeface="Calibri Light"/>
              </a:rPr>
              <a:t>Click to edit Master title style</a:t>
            </a:r>
            <a:endParaRPr b="0" lang="en-US" sz="3200" strike="noStrike" u="none">
              <a:solidFill>
                <a:srgbClr val="ffffff"/>
              </a:solidFill>
              <a:effectLst/>
              <a:uFillTx/>
              <a:latin typeface="Arial"/>
            </a:endParaRPr>
          </a:p>
        </p:txBody>
      </p:sp>
      <p:sp>
        <p:nvSpPr>
          <p:cNvPr id="28" name="PlaceHolder 2"/>
          <p:cNvSpPr>
            <a:spLocks noGrp="1"/>
          </p:cNvSpPr>
          <p:nvPr>
            <p:ph type="body"/>
          </p:nvPr>
        </p:nvSpPr>
        <p:spPr>
          <a:xfrm>
            <a:off x="5183280" y="987480"/>
            <a:ext cx="6171120" cy="4872600"/>
          </a:xfrm>
          <a:prstGeom prst="rect">
            <a:avLst/>
          </a:prstGeom>
          <a:noFill/>
          <a:ln w="0">
            <a:noFill/>
          </a:ln>
        </p:spPr>
        <p:txBody>
          <a:bodyPr lIns="90000" rIns="90000" tIns="45000" bIns="45000" anchor="t">
            <a:noAutofit/>
          </a:bodyPr>
          <a:p>
            <a:pPr marL="432000" indent="-324000">
              <a:lnSpc>
                <a:spcPct val="90000"/>
              </a:lnSpc>
              <a:spcBef>
                <a:spcPts val="1417"/>
              </a:spcBef>
              <a:buClr>
                <a:srgbClr val="ffffff"/>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ffffff"/>
              </a:solidFill>
              <a:effectLst/>
              <a:uFillTx/>
              <a:latin typeface="Arial"/>
            </a:endParaRPr>
          </a:p>
          <a:p>
            <a:pPr lvl="1" marL="864000" indent="-324000">
              <a:lnSpc>
                <a:spcPct val="90000"/>
              </a:lnSpc>
              <a:spcBef>
                <a:spcPts val="1134"/>
              </a:spcBef>
              <a:buClr>
                <a:srgbClr val="ffffff"/>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rgbClr val="ffffff"/>
              </a:solidFill>
              <a:effectLst/>
              <a:uFillTx/>
              <a:latin typeface="Arial"/>
            </a:endParaRPr>
          </a:p>
          <a:p>
            <a:pPr lvl="2" marL="1296000" indent="-288000">
              <a:lnSpc>
                <a:spcPct val="90000"/>
              </a:lnSpc>
              <a:spcBef>
                <a:spcPts val="850"/>
              </a:spcBef>
              <a:buClr>
                <a:srgbClr val="ffffff"/>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rgbClr val="ffffff"/>
              </a:solidFill>
              <a:effectLst/>
              <a:uFillTx/>
              <a:latin typeface="Arial"/>
            </a:endParaRPr>
          </a:p>
          <a:p>
            <a:pPr lvl="3" marL="1728000" indent="-216000">
              <a:lnSpc>
                <a:spcPct val="90000"/>
              </a:lnSpc>
              <a:spcBef>
                <a:spcPts val="567"/>
              </a:spcBef>
              <a:buClr>
                <a:srgbClr val="ffffff"/>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rgbClr val="ffffff"/>
              </a:solidFill>
              <a:effectLst/>
              <a:uFillTx/>
              <a:latin typeface="Arial"/>
            </a:endParaRPr>
          </a:p>
          <a:p>
            <a:pPr lvl="4" marL="2160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rgbClr val="ffffff"/>
              </a:solidFill>
              <a:effectLst/>
              <a:uFillTx/>
              <a:latin typeface="Arial"/>
            </a:endParaRPr>
          </a:p>
          <a:p>
            <a:pPr lvl="5" marL="2592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rgbClr val="ffffff"/>
              </a:solidFill>
              <a:effectLst/>
              <a:uFillTx/>
              <a:latin typeface="Arial"/>
            </a:endParaRPr>
          </a:p>
          <a:p>
            <a:pPr lvl="6" marL="3024000" indent="-216000">
              <a:lnSpc>
                <a:spcPct val="90000"/>
              </a:lnSpc>
              <a:spcBef>
                <a:spcPts val="283"/>
              </a:spcBef>
              <a:buClr>
                <a:srgbClr val="ffffff"/>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rgbClr val="ffffff"/>
              </a:solidFill>
              <a:effectLst/>
              <a:uFillTx/>
              <a:latin typeface="Arial"/>
            </a:endParaRPr>
          </a:p>
        </p:txBody>
      </p:sp>
      <p:sp>
        <p:nvSpPr>
          <p:cNvPr id="29" name="PlaceHolder 3"/>
          <p:cNvSpPr>
            <a:spLocks noGrp="1"/>
          </p:cNvSpPr>
          <p:nvPr>
            <p:ph type="body"/>
          </p:nvPr>
        </p:nvSpPr>
        <p:spPr>
          <a:xfrm>
            <a:off x="839880" y="2057400"/>
            <a:ext cx="3931200" cy="3810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trike="noStrike" u="none">
                <a:solidFill>
                  <a:schemeClr val="dk1"/>
                </a:solidFill>
                <a:effectLst/>
                <a:uFillTx/>
                <a:latin typeface="Calibri"/>
              </a:rPr>
              <a:t>Edit Master text styles</a:t>
            </a:r>
            <a:endParaRPr b="0" lang="en-US" sz="1600" strike="noStrike" u="none">
              <a:solidFill>
                <a:srgbClr val="ffffff"/>
              </a:solidFill>
              <a:effectLst/>
              <a:uFillTx/>
              <a:latin typeface="Arial"/>
            </a:endParaRPr>
          </a:p>
        </p:txBody>
      </p:sp>
      <p:sp>
        <p:nvSpPr>
          <p:cNvPr id="30" name="PlaceHolder 4"/>
          <p:cNvSpPr>
            <a:spLocks noGrp="1"/>
          </p:cNvSpPr>
          <p:nvPr>
            <p:ph type="dt" idx="16"/>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31" name="PlaceHolder 5"/>
          <p:cNvSpPr>
            <a:spLocks noGrp="1"/>
          </p:cNvSpPr>
          <p:nvPr>
            <p:ph type="ftr" idx="1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32" name="PlaceHolder 6"/>
          <p:cNvSpPr>
            <a:spLocks noGrp="1"/>
          </p:cNvSpPr>
          <p:nvPr>
            <p:ph type="sldNum" idx="1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B52DF73E-D2CE-4FA2-9F99-D0BB188B7A85}"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e8e7e7"/>
        </a:solidFill>
      </p:bgPr>
    </p:bg>
    <p:spTree>
      <p:nvGrpSpPr>
        <p:cNvPr id="1" name=""/>
        <p:cNvGrpSpPr/>
        <p:nvPr/>
      </p:nvGrpSpPr>
      <p:grpSpPr>
        <a:xfrm>
          <a:off x="0" y="0"/>
          <a:ext cx="0" cy="0"/>
          <a:chOff x="0" y="0"/>
          <a:chExt cx="0" cy="0"/>
        </a:xfrm>
      </p:grpSpPr>
      <p:sp>
        <p:nvSpPr>
          <p:cNvPr id="33" name="Rectangle 6"/>
          <p:cNvSpPr/>
          <p:nvPr/>
        </p:nvSpPr>
        <p:spPr>
          <a:xfrm>
            <a:off x="0" y="0"/>
            <a:ext cx="12191040" cy="6856920"/>
          </a:xfrm>
          <a:prstGeom prst="rect">
            <a:avLst/>
          </a:prstGeom>
          <a:gradFill rotWithShape="0">
            <a:gsLst>
              <a:gs pos="0">
                <a:srgbClr val="154571"/>
              </a:gs>
              <a:gs pos="50000">
                <a:srgbClr val="1d62a2"/>
              </a:gs>
              <a:gs pos="100000">
                <a:srgbClr val="2474bf"/>
              </a:gs>
            </a:gsLst>
            <a:lin ang="2700000"/>
          </a:gra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34" name="PlaceHolder 1"/>
          <p:cNvSpPr>
            <a:spLocks noGrp="1"/>
          </p:cNvSpPr>
          <p:nvPr>
            <p:ph type="title"/>
          </p:nvPr>
        </p:nvSpPr>
        <p:spPr>
          <a:xfrm>
            <a:off x="1523880" y="130680"/>
            <a:ext cx="9142920" cy="4469400"/>
          </a:xfrm>
          <a:prstGeom prst="rect">
            <a:avLst/>
          </a:prstGeom>
          <a:noFill/>
          <a:ln w="0">
            <a:noFill/>
          </a:ln>
        </p:spPr>
        <p:txBody>
          <a:bodyPr lIns="91440" rIns="91440" tIns="45720" bIns="45720" anchor="b">
            <a:noAutofit/>
          </a:bodyPr>
          <a:p>
            <a:pPr indent="0">
              <a:lnSpc>
                <a:spcPct val="100000"/>
              </a:lnSpc>
              <a:buNone/>
              <a:tabLst>
                <a:tab algn="l" pos="0"/>
              </a:tabLst>
            </a:pPr>
            <a:r>
              <a:rPr b="0" lang="en-US" sz="6000" strike="noStrike" u="none">
                <a:solidFill>
                  <a:schemeClr val="dk1"/>
                </a:solidFill>
                <a:effectLst/>
                <a:uFillTx/>
                <a:latin typeface="Calibri"/>
              </a:rPr>
              <a:t>Click to edit the title text format</a:t>
            </a:r>
            <a:endParaRPr b="0" lang="en-US" sz="6000" strike="noStrike" u="none">
              <a:solidFill>
                <a:srgbClr val="000000"/>
              </a:solidFill>
              <a:effectLst/>
              <a:uFillTx/>
              <a:latin typeface="Arial"/>
            </a:endParaRPr>
          </a:p>
        </p:txBody>
      </p:sp>
      <p:sp>
        <p:nvSpPr>
          <p:cNvPr id="35" name="PlaceHolder 2"/>
          <p:cNvSpPr>
            <a:spLocks noGrp="1"/>
          </p:cNvSpPr>
          <p:nvPr>
            <p:ph type="dt" idx="19"/>
          </p:nvPr>
        </p:nvSpPr>
        <p:spPr>
          <a:xfrm>
            <a:off x="10929240" y="6356520"/>
            <a:ext cx="1261800" cy="5004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000000"/>
              </a:solidFill>
              <a:effectLst/>
              <a:uFillTx/>
              <a:latin typeface="Times New Roman"/>
            </a:endParaRPr>
          </a:p>
        </p:txBody>
      </p:sp>
      <p:sp>
        <p:nvSpPr>
          <p:cNvPr id="36" name="Explosion 1 8"/>
          <p:cNvSpPr/>
          <p:nvPr/>
        </p:nvSpPr>
        <p:spPr>
          <a:xfrm>
            <a:off x="11161440" y="0"/>
            <a:ext cx="913320" cy="913320"/>
          </a:xfrm>
          <a:prstGeom prst="irregularSeal1">
            <a:avLst/>
          </a:prstGeom>
          <a:solidFill>
            <a:schemeClr val="accent6"/>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37" name="Straight Connector 10"/>
          <p:cNvCxnSpPr/>
          <p:nvPr/>
        </p:nvCxnSpPr>
        <p:spPr>
          <a:xfrm>
            <a:off x="115920" y="0"/>
            <a:ext cx="15480" cy="6859080"/>
          </a:xfrm>
          <a:prstGeom prst="straightConnector1">
            <a:avLst/>
          </a:prstGeom>
          <a:ln w="0">
            <a:solidFill>
              <a:srgbClr val="000000"/>
            </a:solidFill>
          </a:ln>
        </p:spPr>
      </p:cxnSp>
      <p:cxnSp>
        <p:nvCxnSpPr>
          <p:cNvPr id="38" name="Straight Connector 11"/>
          <p:cNvCxnSpPr/>
          <p:nvPr/>
        </p:nvCxnSpPr>
        <p:spPr>
          <a:xfrm>
            <a:off x="217440" y="0"/>
            <a:ext cx="15840" cy="6859080"/>
          </a:xfrm>
          <a:prstGeom prst="straightConnector1">
            <a:avLst/>
          </a:prstGeom>
          <a:ln w="0">
            <a:solidFill>
              <a:srgbClr val="000000"/>
            </a:solidFill>
          </a:ln>
        </p:spPr>
      </p:cxnSp>
      <p:cxnSp>
        <p:nvCxnSpPr>
          <p:cNvPr id="39" name="Straight Connector 12"/>
          <p:cNvCxnSpPr/>
          <p:nvPr/>
        </p:nvCxnSpPr>
        <p:spPr>
          <a:xfrm>
            <a:off x="348120" y="0"/>
            <a:ext cx="15480" cy="6859080"/>
          </a:xfrm>
          <a:prstGeom prst="straightConnector1">
            <a:avLst/>
          </a:prstGeom>
          <a:ln w="0">
            <a:solidFill>
              <a:srgbClr val="000000"/>
            </a:solidFill>
          </a:ln>
        </p:spPr>
      </p:cxnSp>
      <p:sp>
        <p:nvSpPr>
          <p:cNvPr id="40" name="Rectangle 13"/>
          <p:cNvSpPr/>
          <p:nvPr/>
        </p:nvSpPr>
        <p:spPr>
          <a:xfrm>
            <a:off x="0" y="4731840"/>
            <a:ext cx="12191040" cy="381960"/>
          </a:xfrm>
          <a:prstGeom prst="rect">
            <a:avLst/>
          </a:prstGeom>
          <a:solidFill>
            <a:schemeClr val="accent1">
              <a:shade val="30000"/>
              <a:satMod val="115000"/>
            </a:schemeClr>
          </a:solidFill>
          <a:ln>
            <a:solidFill>
              <a:srgbClr val="1f354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chemeClr val="accent1"/>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ffffff"/>
              </a:solidFill>
              <a:effectLst/>
              <a:uFillTx/>
              <a:latin typeface="Arial"/>
            </a:endParaRPr>
          </a:p>
        </p:txBody>
      </p:sp>
      <p:sp>
        <p:nvSpPr>
          <p:cNvPr id="42" name="PlaceHolder 2"/>
          <p:cNvSpPr>
            <a:spLocks noGrp="1"/>
          </p:cNvSpPr>
          <p:nvPr>
            <p:ph type="body"/>
          </p:nvPr>
        </p:nvSpPr>
        <p:spPr>
          <a:xfrm>
            <a:off x="838080" y="1825560"/>
            <a:ext cx="10514520" cy="435024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43" name="PlaceHolder 3"/>
          <p:cNvSpPr>
            <a:spLocks noGrp="1"/>
          </p:cNvSpPr>
          <p:nvPr>
            <p:ph type="dt" idx="20"/>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44" name="PlaceHolder 4"/>
          <p:cNvSpPr>
            <a:spLocks noGrp="1"/>
          </p:cNvSpPr>
          <p:nvPr>
            <p:ph type="ftr" idx="2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45" name="PlaceHolder 5"/>
          <p:cNvSpPr>
            <a:spLocks noGrp="1"/>
          </p:cNvSpPr>
          <p:nvPr>
            <p:ph type="sldNum" idx="2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544A988-D148-4DF3-8DBD-61780DF31616}"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chemeClr val="accent1"/>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724960" y="365040"/>
            <a:ext cx="2628000" cy="581076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b="0" lang="en-US" sz="4400" strike="noStrike" u="none">
                <a:solidFill>
                  <a:schemeClr val="dk1"/>
                </a:solidFill>
                <a:effectLst/>
                <a:uFillTx/>
                <a:latin typeface="Calibri Light"/>
              </a:rPr>
              <a:t>Click to edit Master title style</a:t>
            </a:r>
            <a:endParaRPr b="0" lang="en-US" sz="4400" strike="noStrike" u="none">
              <a:solidFill>
                <a:srgbClr val="ffffff"/>
              </a:solidFill>
              <a:effectLst/>
              <a:uFillTx/>
              <a:latin typeface="Arial"/>
            </a:endParaRPr>
          </a:p>
        </p:txBody>
      </p:sp>
      <p:sp>
        <p:nvSpPr>
          <p:cNvPr id="47" name="PlaceHolder 2"/>
          <p:cNvSpPr>
            <a:spLocks noGrp="1"/>
          </p:cNvSpPr>
          <p:nvPr>
            <p:ph type="body"/>
          </p:nvPr>
        </p:nvSpPr>
        <p:spPr>
          <a:xfrm>
            <a:off x="838080" y="365040"/>
            <a:ext cx="7733160" cy="58107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a:t>
            </a:r>
            <a:endParaRPr b="0" lang="en-US" sz="2800" strike="noStrike" u="none">
              <a:solidFill>
                <a:srgbClr val="ffffff"/>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ffffff"/>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ffffff"/>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ffffff"/>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ffffff"/>
              </a:solidFill>
              <a:effectLst/>
              <a:uFillTx/>
              <a:latin typeface="Arial"/>
            </a:endParaRPr>
          </a:p>
        </p:txBody>
      </p:sp>
      <p:sp>
        <p:nvSpPr>
          <p:cNvPr id="48" name="PlaceHolder 3"/>
          <p:cNvSpPr>
            <a:spLocks noGrp="1"/>
          </p:cNvSpPr>
          <p:nvPr>
            <p:ph type="dt" idx="23"/>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49" name="PlaceHolder 4"/>
          <p:cNvSpPr>
            <a:spLocks noGrp="1"/>
          </p:cNvSpPr>
          <p:nvPr>
            <p:ph type="ftr" idx="2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50" name="PlaceHolder 5"/>
          <p:cNvSpPr>
            <a:spLocks noGrp="1"/>
          </p:cNvSpPr>
          <p:nvPr>
            <p:ph type="sldNum" idx="2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7F677EF-57D3-476D-89B4-373F7A0CE618}"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838080" y="365040"/>
            <a:ext cx="10514520" cy="736920"/>
          </a:xfrm>
          <a:prstGeom prst="rect">
            <a:avLst/>
          </a:prstGeom>
          <a:noFill/>
          <a:ln w="0">
            <a:noFill/>
          </a:ln>
        </p:spPr>
        <p:txBody>
          <a:bodyPr lIns="91440" rIns="91440" tIns="45720" bIns="45720" anchor="ctr">
            <a:noAutofit/>
          </a:bodyPr>
          <a:p>
            <a:pPr indent="0">
              <a:lnSpc>
                <a:spcPct val="100000"/>
              </a:lnSpc>
              <a:buNone/>
              <a:tabLst>
                <a:tab algn="l" pos="0"/>
              </a:tabLst>
            </a:pPr>
            <a:r>
              <a:rPr b="0" lang="en-US" sz="4400" strike="noStrike" u="none">
                <a:solidFill>
                  <a:schemeClr val="dk1"/>
                </a:solidFill>
                <a:effectLst/>
                <a:uFillTx/>
                <a:latin typeface="Calibri"/>
              </a:rPr>
              <a:t>Click to edit the title text format</a:t>
            </a:r>
            <a:endParaRPr b="0" lang="en-US" sz="4400" strike="noStrike" u="none">
              <a:solidFill>
                <a:srgbClr val="000000"/>
              </a:solidFill>
              <a:effectLst/>
              <a:uFillTx/>
              <a:latin typeface="Arial"/>
            </a:endParaRPr>
          </a:p>
        </p:txBody>
      </p:sp>
      <p:sp>
        <p:nvSpPr>
          <p:cNvPr id="52" name="PlaceHolder 2"/>
          <p:cNvSpPr>
            <a:spLocks noGrp="1"/>
          </p:cNvSpPr>
          <p:nvPr>
            <p:ph type="body"/>
          </p:nvPr>
        </p:nvSpPr>
        <p:spPr>
          <a:xfrm>
            <a:off x="838080" y="1693440"/>
            <a:ext cx="10514520" cy="51634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effectLst/>
                <a:uFillTx/>
                <a:latin typeface="Calibri"/>
              </a:rPr>
              <a:t>Edit Master text styles </a:t>
            </a:r>
            <a:endParaRPr b="0" lang="en-US" sz="2800" strike="noStrike" u="none">
              <a:solidFill>
                <a:srgbClr val="000000"/>
              </a:solidFill>
              <a:effectLst/>
              <a:uFillTx/>
              <a:latin typeface="Arial"/>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53" name="Rectangle 6"/>
          <p:cNvSpPr/>
          <p:nvPr/>
        </p:nvSpPr>
        <p:spPr>
          <a:xfrm>
            <a:off x="0" y="1214640"/>
            <a:ext cx="12191040" cy="366480"/>
          </a:xfrm>
          <a:prstGeom prst="rect">
            <a:avLst/>
          </a:prstGeom>
          <a:solidFill>
            <a:schemeClr val="accent1">
              <a:shade val="30000"/>
              <a:satMod val="115000"/>
            </a:schemeClr>
          </a:solidFill>
          <a:ln>
            <a:solidFill>
              <a:srgbClr val="1f3549"/>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54" name="Straight Connector 7"/>
          <p:cNvCxnSpPr/>
          <p:nvPr/>
        </p:nvCxnSpPr>
        <p:spPr>
          <a:xfrm>
            <a:off x="115920" y="0"/>
            <a:ext cx="15480" cy="6859080"/>
          </a:xfrm>
          <a:prstGeom prst="straightConnector1">
            <a:avLst/>
          </a:prstGeom>
          <a:ln w="0">
            <a:solidFill>
              <a:srgbClr val="000000"/>
            </a:solidFill>
          </a:ln>
        </p:spPr>
      </p:cxnSp>
      <p:cxnSp>
        <p:nvCxnSpPr>
          <p:cNvPr id="55" name="Straight Connector 8"/>
          <p:cNvCxnSpPr/>
          <p:nvPr/>
        </p:nvCxnSpPr>
        <p:spPr>
          <a:xfrm>
            <a:off x="217440" y="0"/>
            <a:ext cx="15840" cy="6859080"/>
          </a:xfrm>
          <a:prstGeom prst="straightConnector1">
            <a:avLst/>
          </a:prstGeom>
          <a:ln w="0">
            <a:solidFill>
              <a:srgbClr val="000000"/>
            </a:solidFill>
          </a:ln>
        </p:spPr>
      </p:cxnSp>
      <p:cxnSp>
        <p:nvCxnSpPr>
          <p:cNvPr id="56" name="Straight Connector 9"/>
          <p:cNvCxnSpPr/>
          <p:nvPr/>
        </p:nvCxnSpPr>
        <p:spPr>
          <a:xfrm>
            <a:off x="348120" y="0"/>
            <a:ext cx="15480" cy="6859080"/>
          </a:xfrm>
          <a:prstGeom prst="straightConnector1">
            <a:avLst/>
          </a:prstGeom>
          <a:ln w="0">
            <a:solidFill>
              <a:srgbClr val="000000"/>
            </a:solidFill>
          </a:ln>
        </p:spPr>
      </p:cxn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chemeClr val="accent1"/>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1960" y="1709640"/>
            <a:ext cx="10514520" cy="285156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trike="noStrike" u="none">
                <a:solidFill>
                  <a:schemeClr val="dk1"/>
                </a:solidFill>
                <a:effectLst/>
                <a:uFillTx/>
                <a:latin typeface="Calibri Light"/>
              </a:rPr>
              <a:t>Click to edit Master title style</a:t>
            </a:r>
            <a:endParaRPr b="0" lang="en-US" sz="6000" strike="noStrike" u="none">
              <a:solidFill>
                <a:srgbClr val="ffffff"/>
              </a:solidFill>
              <a:effectLst/>
              <a:uFillTx/>
              <a:latin typeface="Arial"/>
            </a:endParaRPr>
          </a:p>
        </p:txBody>
      </p:sp>
      <p:sp>
        <p:nvSpPr>
          <p:cNvPr id="58" name="PlaceHolder 2"/>
          <p:cNvSpPr>
            <a:spLocks noGrp="1"/>
          </p:cNvSpPr>
          <p:nvPr>
            <p:ph type="body"/>
          </p:nvPr>
        </p:nvSpPr>
        <p:spPr>
          <a:xfrm>
            <a:off x="831960" y="4589640"/>
            <a:ext cx="10514520" cy="14990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trike="noStrike" u="none">
                <a:solidFill>
                  <a:schemeClr val="dk1">
                    <a:tint val="75000"/>
                  </a:schemeClr>
                </a:solidFill>
                <a:effectLst/>
                <a:uFillTx/>
                <a:latin typeface="Calibri"/>
              </a:rPr>
              <a:t>Edit Master text styles</a:t>
            </a:r>
            <a:endParaRPr b="0" lang="en-US" sz="2400" strike="noStrike" u="none">
              <a:solidFill>
                <a:srgbClr val="ffffff"/>
              </a:solidFill>
              <a:effectLst/>
              <a:uFillTx/>
              <a:latin typeface="Arial"/>
            </a:endParaRPr>
          </a:p>
        </p:txBody>
      </p:sp>
      <p:sp>
        <p:nvSpPr>
          <p:cNvPr id="59" name="PlaceHolder 3"/>
          <p:cNvSpPr>
            <a:spLocks noGrp="1"/>
          </p:cNvSpPr>
          <p:nvPr>
            <p:ph type="dt" idx="26"/>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 </a:t>
            </a:r>
            <a:endParaRPr b="0" lang="en-US" sz="1200" strike="noStrike" u="none">
              <a:solidFill>
                <a:srgbClr val="ffffff"/>
              </a:solidFill>
              <a:effectLst/>
              <a:uFillTx/>
              <a:latin typeface="Times New Roman"/>
            </a:endParaRPr>
          </a:p>
        </p:txBody>
      </p:sp>
      <p:sp>
        <p:nvSpPr>
          <p:cNvPr id="60" name="PlaceHolder 4"/>
          <p:cNvSpPr>
            <a:spLocks noGrp="1"/>
          </p:cNvSpPr>
          <p:nvPr>
            <p:ph type="ftr" idx="2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 </a:t>
            </a:r>
            <a:endParaRPr b="0" lang="en-US" sz="1400" strike="noStrike" u="none">
              <a:solidFill>
                <a:srgbClr val="ffffff"/>
              </a:solidFill>
              <a:effectLst/>
              <a:uFillTx/>
              <a:latin typeface="Times New Roman"/>
            </a:endParaRPr>
          </a:p>
        </p:txBody>
      </p:sp>
      <p:sp>
        <p:nvSpPr>
          <p:cNvPr id="61" name="PlaceHolder 5"/>
          <p:cNvSpPr>
            <a:spLocks noGrp="1"/>
          </p:cNvSpPr>
          <p:nvPr>
            <p:ph type="sldNum" idx="2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26F7369C-3C46-4F76-8115-DCB17E6176C4}" type="slidenum">
              <a:rPr b="0" lang="en-US" sz="1200" strike="noStrike" u="none">
                <a:solidFill>
                  <a:schemeClr val="dk1">
                    <a:tint val="75000"/>
                  </a:schemeClr>
                </a:solidFill>
                <a:effectLst/>
                <a:uFillTx/>
                <a:latin typeface="Calibri"/>
              </a:rPr>
              <a:t>4</a:t>
            </a:fld>
            <a:endParaRPr b="0" lang="en-US" sz="12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hyperlink" Target="http://www.techwalla.com/articles/list-of-software-maintenance-tools" TargetMode="External"/><Relationship Id="rId2" Type="http://schemas.openxmlformats.org/officeDocument/2006/relationships/hyperlink" Target="http://www.softwaretestingmentor.com/maintenance-testing/(Retrived" TargetMode="External"/><Relationship Id="rId3" Type="http://schemas.openxmlformats.org/officeDocument/2006/relationships/hyperlink" Target="http://www.softwaretestingmentor.com/maintenance-testing/(Retrived" TargetMode="External"/><Relationship Id="rId4" Type="http://schemas.openxmlformats.org/officeDocument/2006/relationships/hyperlink" Target="http://www.bmc.com/guides/itil-problem-management.html(Updated" TargetMode="External"/><Relationship Id="rId5" Type="http://schemas.openxmlformats.org/officeDocument/2006/relationships/hyperlink" Target="http://www.bmc.com/guides/itil-problem-management.html(Updated" TargetMode="External"/><Relationship Id="rId6"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69360" y="365040"/>
            <a:ext cx="11821320" cy="73692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3600" strike="noStrike" u="none">
                <a:solidFill>
                  <a:schemeClr val="dk1"/>
                </a:solidFill>
                <a:effectLst/>
                <a:uFillTx/>
                <a:latin typeface="Times New Roman"/>
              </a:rPr>
              <a:t>CH-2: </a:t>
            </a:r>
            <a:r>
              <a:rPr b="1" lang="en-US" sz="4000" strike="noStrike" u="none">
                <a:solidFill>
                  <a:schemeClr val="dk1"/>
                </a:solidFill>
                <a:effectLst/>
                <a:uFillTx/>
                <a:latin typeface="Times New Roman"/>
              </a:rPr>
              <a:t>Maintenance</a:t>
            </a:r>
            <a:r>
              <a:rPr b="1" lang="en-US" sz="3600" strike="noStrike" u="none">
                <a:solidFill>
                  <a:schemeClr val="dk1"/>
                </a:solidFill>
                <a:effectLst/>
                <a:uFillTx/>
                <a:latin typeface="Times New Roman"/>
              </a:rPr>
              <a:t> Support Processes</a:t>
            </a:r>
            <a:r>
              <a:rPr b="1" lang="en-US" sz="3600" strike="noStrike" u="none">
                <a:solidFill>
                  <a:schemeClr val="dk1"/>
                </a:solidFill>
                <a:effectLst/>
                <a:uFillTx/>
                <a:latin typeface="Calibri Light"/>
              </a:rPr>
              <a:t> </a:t>
            </a:r>
            <a:endParaRPr b="0" lang="en-US" sz="3600" strike="noStrike" u="none">
              <a:solidFill>
                <a:srgbClr val="000000"/>
              </a:solidFill>
              <a:effectLst/>
              <a:uFillTx/>
              <a:latin typeface="Arial"/>
            </a:endParaRPr>
          </a:p>
        </p:txBody>
      </p:sp>
      <p:sp>
        <p:nvSpPr>
          <p:cNvPr id="63" name="PlaceHolder 2"/>
          <p:cNvSpPr>
            <a:spLocks noGrp="1"/>
          </p:cNvSpPr>
          <p:nvPr>
            <p:ph/>
          </p:nvPr>
        </p:nvSpPr>
        <p:spPr>
          <a:xfrm>
            <a:off x="369360" y="1607040"/>
            <a:ext cx="11821320" cy="5249880"/>
          </a:xfrm>
          <a:prstGeom prst="rect">
            <a:avLst/>
          </a:prstGeom>
          <a:noFill/>
          <a:ln w="0">
            <a:noFill/>
          </a:ln>
        </p:spPr>
        <p:txBody>
          <a:bodyPr lIns="91440" rIns="91440" tIns="45720" bIns="45720" anchor="t">
            <a:normAutofit/>
          </a:bodyPr>
          <a:p>
            <a:pPr indent="0" algn="ctr" defTabSz="914400">
              <a:lnSpc>
                <a:spcPct val="100000"/>
              </a:lnSpc>
              <a:spcBef>
                <a:spcPts val="1001"/>
              </a:spcBef>
              <a:buNone/>
              <a:tabLst>
                <a:tab algn="l" pos="0"/>
              </a:tabLst>
            </a:pPr>
            <a:endParaRPr b="0" lang="en-US" sz="2400" strike="noStrike" u="none">
              <a:solidFill>
                <a:srgbClr val="000000"/>
              </a:solidFill>
              <a:effectLst/>
              <a:uFillTx/>
              <a:latin typeface="Arial"/>
            </a:endParaRPr>
          </a:p>
          <a:p>
            <a:pPr indent="0" algn="ctr" defTabSz="914400">
              <a:lnSpc>
                <a:spcPct val="100000"/>
              </a:lnSpc>
              <a:spcBef>
                <a:spcPts val="1001"/>
              </a:spcBef>
              <a:buNone/>
              <a:tabLst>
                <a:tab algn="l" pos="0"/>
              </a:tabLst>
            </a:pPr>
            <a:endParaRPr b="0" lang="en-US" sz="2400" strike="noStrike" u="none">
              <a:solidFill>
                <a:srgbClr val="000000"/>
              </a:solidFill>
              <a:effectLst/>
              <a:uFillTx/>
              <a:latin typeface="Arial"/>
            </a:endParaRPr>
          </a:p>
          <a:p>
            <a:pPr indent="0" algn="ctr" defTabSz="914400">
              <a:lnSpc>
                <a:spcPct val="100000"/>
              </a:lnSpc>
              <a:spcBef>
                <a:spcPts val="1001"/>
              </a:spcBef>
              <a:buNone/>
              <a:tabLst>
                <a:tab algn="l" pos="0"/>
              </a:tabLst>
            </a:pPr>
            <a:endParaRPr b="0" lang="en-US" sz="2400" strike="noStrike" u="none">
              <a:solidFill>
                <a:srgbClr val="000000"/>
              </a:solidFill>
              <a:effectLst/>
              <a:uFillTx/>
              <a:latin typeface="Arial"/>
            </a:endParaRPr>
          </a:p>
          <a:p>
            <a:pPr indent="0" algn="ctr" defTabSz="914400">
              <a:lnSpc>
                <a:spcPct val="100000"/>
              </a:lnSpc>
              <a:spcBef>
                <a:spcPts val="1001"/>
              </a:spcBef>
              <a:buNone/>
              <a:tabLst>
                <a:tab algn="l" pos="0"/>
              </a:tabLst>
            </a:pPr>
            <a:endParaRPr b="0" lang="en-US" sz="2400" strike="noStrike" u="none">
              <a:solidFill>
                <a:srgbClr val="000000"/>
              </a:solidFill>
              <a:effectLst/>
              <a:uFillTx/>
              <a:latin typeface="Arial"/>
            </a:endParaRPr>
          </a:p>
          <a:p>
            <a:pPr marL="228600" indent="-228600" algn="just" defTabSz="914400">
              <a:lnSpc>
                <a:spcPct val="11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rPr>
              <a:t>Maintenance Support Processes are all the supporting activities that ensure software maintenance can be performed effectively, efficiently, and consistently.</a:t>
            </a:r>
            <a:endParaRPr b="0" lang="en-US" sz="2400" strike="noStrike" u="none">
              <a:solidFill>
                <a:srgbClr val="000000"/>
              </a:solidFill>
              <a:effectLst/>
              <a:uFillTx/>
              <a:latin typeface="Arial"/>
            </a:endParaRPr>
          </a:p>
          <a:p>
            <a:pPr marL="228600" indent="-228600" algn="just" defTabSz="914400">
              <a:lnSpc>
                <a:spcPct val="110000"/>
              </a:lnSpc>
              <a:spcBef>
                <a:spcPts val="1001"/>
              </a:spcBef>
              <a:buClr>
                <a:srgbClr val="000000"/>
              </a:buClr>
              <a:buFont typeface="Wingdings" charset="2"/>
              <a:buChar char=""/>
              <a:tabLst>
                <a:tab algn="l" pos="0"/>
              </a:tabLst>
            </a:pPr>
            <a:r>
              <a:rPr b="0" lang="en-US" sz="2400" strike="noStrike" u="none">
                <a:solidFill>
                  <a:schemeClr val="dk1"/>
                </a:solidFill>
                <a:effectLst/>
                <a:uFillTx/>
                <a:latin typeface="Times New Roman"/>
              </a:rPr>
              <a:t>In most IS/IT organizations, developers, maintainers, and operations share the responsibility for these processes. </a:t>
            </a:r>
            <a:endParaRPr b="0" lang="en-US" sz="2400" strike="noStrike" u="none">
              <a:solidFill>
                <a:srgbClr val="000000"/>
              </a:solidFill>
              <a:effectLst/>
              <a:uFillTx/>
              <a:latin typeface="Arial"/>
            </a:endParaRPr>
          </a:p>
          <a:p>
            <a:pPr indent="0" algn="just" defTabSz="914400">
              <a:lnSpc>
                <a:spcPct val="100000"/>
              </a:lnSpc>
              <a:spcBef>
                <a:spcPts val="1001"/>
              </a:spcBef>
              <a:buNone/>
              <a:tabLst>
                <a:tab algn="l" pos="0"/>
              </a:tabLst>
            </a:pPr>
            <a:endParaRPr b="0" lang="en-US" sz="2400" strike="noStrike" u="none">
              <a:solidFill>
                <a:srgbClr val="000000"/>
              </a:solidFill>
              <a:effectLst/>
              <a:uFillTx/>
              <a:latin typeface="Arial"/>
            </a:endParaRPr>
          </a:p>
        </p:txBody>
      </p:sp>
      <p:sp>
        <p:nvSpPr>
          <p:cNvPr id="64" name="Rounded Rectangle 3"/>
          <p:cNvSpPr/>
          <p:nvPr/>
        </p:nvSpPr>
        <p:spPr>
          <a:xfrm>
            <a:off x="8497080" y="1682280"/>
            <a:ext cx="3613320" cy="1746360"/>
          </a:xfrm>
          <a:prstGeom prst="roundRect">
            <a:avLst>
              <a:gd name="adj" fmla="val 16667"/>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rPr>
              <a:t>Maintenance Planning</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rPr>
              <a:t>Evolution and Maintenance Testing</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rPr>
              <a:t>Configuration Management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rPr>
              <a:t>Problem Management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rPr>
              <a:t>Maintenance supporting tools</a:t>
            </a:r>
            <a:endParaRPr b="0" lang="en-US" sz="1800" strike="noStrike" u="none">
              <a:solidFill>
                <a:srgbClr val="000000"/>
              </a:solidFill>
              <a:effectLst/>
              <a:uFillTx/>
              <a:latin typeface="Arial"/>
            </a:endParaRPr>
          </a:p>
          <a:p>
            <a:pPr algn="ctr" defTabSz="914400">
              <a:lnSpc>
                <a:spcPct val="100000"/>
              </a:lnSpc>
            </a:pPr>
            <a:endParaRPr b="0" lang="en-US" sz="1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370440" y="365040"/>
            <a:ext cx="11820600" cy="7369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3200" strike="noStrike" u="none">
                <a:solidFill>
                  <a:schemeClr val="dk1"/>
                </a:solidFill>
                <a:effectLst/>
                <a:uFillTx/>
                <a:latin typeface="Times New Roman"/>
              </a:rPr>
              <a:t>Maintenance Support Processes…</a:t>
            </a:r>
            <a:r>
              <a:rPr b="1" lang="en-US" sz="3200" strike="noStrike" u="none">
                <a:solidFill>
                  <a:schemeClr val="dk1"/>
                </a:solidFill>
                <a:effectLst/>
                <a:uFillTx/>
                <a:latin typeface="Calibri Light"/>
              </a:rPr>
              <a:t> </a:t>
            </a:r>
            <a:endParaRPr b="0" lang="en-US" sz="3200" strike="noStrike" u="none">
              <a:solidFill>
                <a:srgbClr val="000000"/>
              </a:solidFill>
              <a:effectLst/>
              <a:uFillTx/>
              <a:latin typeface="Arial"/>
            </a:endParaRPr>
          </a:p>
        </p:txBody>
      </p:sp>
      <p:sp>
        <p:nvSpPr>
          <p:cNvPr id="66" name="PlaceHolder 2"/>
          <p:cNvSpPr>
            <a:spLocks noGrp="1"/>
          </p:cNvSpPr>
          <p:nvPr>
            <p:ph/>
          </p:nvPr>
        </p:nvSpPr>
        <p:spPr>
          <a:xfrm>
            <a:off x="370440" y="1608840"/>
            <a:ext cx="11820600" cy="5248080"/>
          </a:xfrm>
          <a:prstGeom prst="rect">
            <a:avLst/>
          </a:prstGeom>
          <a:noFill/>
          <a:ln w="0">
            <a:noFill/>
          </a:ln>
        </p:spPr>
        <p:txBody>
          <a:bodyPr lIns="91440" rIns="91440" tIns="45720" bIns="45720" anchor="t">
            <a:normAutofit/>
          </a:bodyPr>
          <a:p>
            <a:pPr marL="228600" indent="-228600" defTabSz="914400">
              <a:lnSpc>
                <a:spcPct val="100000"/>
              </a:lnSpc>
              <a:spcBef>
                <a:spcPts val="1001"/>
              </a:spcBef>
              <a:buClr>
                <a:srgbClr val="000000"/>
              </a:buClr>
              <a:buFont typeface="Wingdings" charset="2"/>
              <a:buChar char=""/>
            </a:pPr>
            <a:r>
              <a:rPr b="0" lang="en-US" sz="2800" strike="noStrike" u="none">
                <a:solidFill>
                  <a:schemeClr val="dk1"/>
                </a:solidFill>
                <a:effectLst/>
                <a:uFillTx/>
                <a:latin typeface="Times New Roman"/>
              </a:rPr>
              <a:t> Support processes typically include: </a:t>
            </a:r>
            <a:endParaRPr b="0" lang="en-US" sz="2800" strike="noStrike" u="none">
              <a:solidFill>
                <a:srgbClr val="000000"/>
              </a:solidFill>
              <a:effectLst/>
              <a:uFillTx/>
              <a:latin typeface="Arial"/>
            </a:endParaRPr>
          </a:p>
          <a:p>
            <a:pPr marL="457200" indent="0" defTabSz="914400">
              <a:lnSpc>
                <a:spcPct val="100000"/>
              </a:lnSpc>
              <a:spcBef>
                <a:spcPts val="499"/>
              </a:spcBef>
              <a:buNone/>
              <a:tabLst>
                <a:tab algn="l" pos="0"/>
              </a:tabLst>
            </a:pP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A documentation process</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A software configuration and version management process and tools</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A product quality assurance process</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The verification and validation processes</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The problem resolution process, which is often shared with operations</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The reviews and audits processes </a:t>
            </a:r>
            <a:br>
              <a:rPr sz="2000"/>
            </a:br>
            <a:r>
              <a:rPr b="0" lang="en-US" sz="2000" strike="noStrike" u="none">
                <a:solidFill>
                  <a:schemeClr val="dk1"/>
                </a:solidFill>
                <a:effectLst/>
                <a:uFillTx/>
                <a:latin typeface="Calibri"/>
              </a:rPr>
              <a:t> </a:t>
            </a:r>
            <a:endParaRPr b="0" lang="en-US" sz="20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47400" y="289440"/>
            <a:ext cx="11843640" cy="812520"/>
          </a:xfrm>
          <a:prstGeom prst="rect">
            <a:avLst/>
          </a:prstGeom>
          <a:noFill/>
          <a:ln w="0">
            <a:noFill/>
          </a:ln>
        </p:spPr>
        <p:txBody>
          <a:bodyPr lIns="91440" rIns="91440" tIns="45720" bIns="45720" anchor="ctr">
            <a:noAutofit/>
          </a:bodyPr>
          <a:p>
            <a:pPr indent="0" algn="ctr" defTabSz="914400">
              <a:lnSpc>
                <a:spcPct val="90000"/>
              </a:lnSpc>
              <a:buNone/>
              <a:tabLst>
                <a:tab algn="l" pos="0"/>
              </a:tabLst>
            </a:pPr>
            <a:br>
              <a:rPr sz="3600"/>
            </a:br>
            <a:r>
              <a:rPr b="1" lang="en-US" sz="3600" strike="noStrike" u="none">
                <a:solidFill>
                  <a:schemeClr val="dk1"/>
                </a:solidFill>
                <a:effectLst/>
                <a:uFillTx/>
                <a:latin typeface="Times New Roman"/>
              </a:rPr>
              <a:t>Maintenance Planning</a:t>
            </a:r>
            <a:br>
              <a:rPr sz="3600"/>
            </a:br>
            <a:endParaRPr b="0" lang="en-US" sz="3600" strike="noStrike" u="none">
              <a:solidFill>
                <a:srgbClr val="000000"/>
              </a:solidFill>
              <a:effectLst/>
              <a:uFillTx/>
              <a:latin typeface="Arial"/>
            </a:endParaRPr>
          </a:p>
        </p:txBody>
      </p:sp>
      <p:sp>
        <p:nvSpPr>
          <p:cNvPr id="68" name="PlaceHolder 2"/>
          <p:cNvSpPr>
            <a:spLocks noGrp="1"/>
          </p:cNvSpPr>
          <p:nvPr>
            <p:ph/>
          </p:nvPr>
        </p:nvSpPr>
        <p:spPr>
          <a:xfrm>
            <a:off x="347400" y="1693440"/>
            <a:ext cx="11843640" cy="5163480"/>
          </a:xfrm>
          <a:prstGeom prst="rect">
            <a:avLst/>
          </a:prstGeom>
          <a:noFill/>
          <a:ln w="0">
            <a:noFill/>
          </a:ln>
        </p:spPr>
        <p:txBody>
          <a:bodyPr lIns="91440" rIns="91440" tIns="45720" bIns="45720" anchor="t">
            <a:noAutofit/>
          </a:bodyPr>
          <a:p>
            <a:pPr indent="0" algn="just" defTabSz="914400">
              <a:lnSpc>
                <a:spcPct val="100000"/>
              </a:lnSpc>
              <a:spcBef>
                <a:spcPts val="1001"/>
              </a:spcBef>
              <a:buNone/>
              <a:tabLst>
                <a:tab algn="l" pos="0"/>
              </a:tabLst>
            </a:pP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tabLst>
                <a:tab algn="l" pos="0"/>
              </a:tabLst>
            </a:pPr>
            <a:r>
              <a:rPr b="0" lang="en-US" sz="2800" strike="noStrike" u="none">
                <a:solidFill>
                  <a:schemeClr val="dk1"/>
                </a:solidFill>
                <a:effectLst/>
                <a:uFillTx/>
                <a:latin typeface="Times New Roman"/>
              </a:rPr>
              <a:t>Software maintenance are large portion of IT costs, needs to be part of the strategic IT plan. </a:t>
            </a: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tabLst>
                <a:tab algn="l" pos="0"/>
              </a:tabLst>
            </a:pPr>
            <a:r>
              <a:rPr b="0" lang="en-US" sz="2800" strike="noStrike" u="none">
                <a:solidFill>
                  <a:schemeClr val="dk1"/>
                </a:solidFill>
                <a:effectLst/>
                <a:uFillTx/>
                <a:latin typeface="Times New Roman"/>
              </a:rPr>
              <a:t>Maintenance planning ensures the </a:t>
            </a:r>
            <a:r>
              <a:rPr b="0" lang="en-US" sz="2800" strike="noStrike" u="none">
                <a:solidFill>
                  <a:srgbClr val="c9211e"/>
                </a:solidFill>
                <a:effectLst/>
                <a:uFillTx/>
                <a:latin typeface="Times New Roman"/>
              </a:rPr>
              <a:t>creation</a:t>
            </a:r>
            <a:r>
              <a:rPr b="0" lang="en-US" sz="2800" strike="noStrike" u="none">
                <a:solidFill>
                  <a:schemeClr val="dk1"/>
                </a:solidFill>
                <a:effectLst/>
                <a:uFillTx/>
                <a:latin typeface="Times New Roman"/>
              </a:rPr>
              <a:t> and </a:t>
            </a:r>
            <a:r>
              <a:rPr b="0" lang="en-US" sz="2800" strike="noStrike" u="none">
                <a:solidFill>
                  <a:srgbClr val="c9211e"/>
                </a:solidFill>
                <a:effectLst/>
                <a:uFillTx/>
                <a:latin typeface="Times New Roman"/>
              </a:rPr>
              <a:t>updating</a:t>
            </a:r>
            <a:r>
              <a:rPr b="0" lang="en-US" sz="2800" strike="noStrike" u="none">
                <a:solidFill>
                  <a:schemeClr val="dk1"/>
                </a:solidFill>
                <a:effectLst/>
                <a:uFillTx/>
                <a:latin typeface="Times New Roman"/>
              </a:rPr>
              <a:t> of plans that describe the current and planned software maintenance activities</a:t>
            </a:r>
            <a:endParaRPr b="0" lang="en-US" sz="2800" strike="noStrike" u="none">
              <a:solidFill>
                <a:srgbClr val="000000"/>
              </a:solidFill>
              <a:effectLst/>
              <a:uFillTx/>
              <a:latin typeface="Arial"/>
            </a:endParaRPr>
          </a:p>
          <a:p>
            <a:pPr marL="228600" indent="-228600" algn="just" defTabSz="914400">
              <a:lnSpc>
                <a:spcPct val="10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ea typeface="Noto Sans CJK SC"/>
              </a:rPr>
              <a:t>Software maintenance planning defines how maintenance activities will be organized, managed, and executed. </a:t>
            </a:r>
            <a:endParaRPr b="0" lang="en-US" sz="2400" strike="noStrike" u="none">
              <a:solidFill>
                <a:srgbClr val="000000"/>
              </a:solidFill>
              <a:effectLst/>
              <a:uFillTx/>
              <a:latin typeface="Arial"/>
            </a:endParaRPr>
          </a:p>
          <a:p>
            <a:pPr marL="228600" indent="-228600" algn="just" defTabSz="914400">
              <a:lnSpc>
                <a:spcPct val="100000"/>
              </a:lnSpc>
              <a:spcBef>
                <a:spcPts val="1191"/>
              </a:spcBef>
              <a:spcAft>
                <a:spcPts val="992"/>
              </a:spcAft>
              <a:buClr>
                <a:srgbClr val="000000"/>
              </a:buClr>
              <a:buFont typeface="Wingdings" charset="2"/>
              <a:buChar char=""/>
              <a:tabLst>
                <a:tab algn="l" pos="0"/>
              </a:tabLst>
            </a:pPr>
            <a:r>
              <a:rPr b="0" lang="en-US" sz="2800" strike="noStrike" u="none">
                <a:solidFill>
                  <a:schemeClr val="dk1"/>
                </a:solidFill>
                <a:effectLst/>
                <a:uFillTx/>
                <a:latin typeface="Times New Roman"/>
                <a:ea typeface="Noto Sans CJK SC"/>
              </a:rPr>
              <a:t>Software maintenance planning is typically elaborated from three perspectives: organizational, tactical, and operational</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452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Planning…</a:t>
            </a:r>
            <a:br>
              <a:rPr sz="3200"/>
            </a:br>
            <a:endParaRPr b="0" lang="en-US" sz="3200" strike="noStrike" u="none">
              <a:solidFill>
                <a:srgbClr val="000000"/>
              </a:solidFill>
              <a:effectLst/>
              <a:uFillTx/>
              <a:latin typeface="Arial"/>
            </a:endParaRPr>
          </a:p>
        </p:txBody>
      </p:sp>
      <p:sp>
        <p:nvSpPr>
          <p:cNvPr id="70" name="PlaceHolder 2"/>
          <p:cNvSpPr>
            <a:spLocks noGrp="1"/>
          </p:cNvSpPr>
          <p:nvPr>
            <p:ph/>
          </p:nvPr>
        </p:nvSpPr>
        <p:spPr>
          <a:xfrm>
            <a:off x="369360" y="1607040"/>
            <a:ext cx="11821320" cy="5249880"/>
          </a:xfrm>
          <a:prstGeom prst="rect">
            <a:avLst/>
          </a:prstGeom>
          <a:noFill/>
          <a:ln w="0">
            <a:noFill/>
          </a:ln>
        </p:spPr>
        <p:txBody>
          <a:bodyPr lIns="91440" rIns="91440" tIns="45720" bIns="45720" anchor="t">
            <a:normAutofit/>
          </a:bodyPr>
          <a:p>
            <a:pPr marL="228600" indent="-228600" algn="just" defTabSz="914400">
              <a:lnSpc>
                <a:spcPct val="110000"/>
              </a:lnSpc>
              <a:spcBef>
                <a:spcPts val="1191"/>
              </a:spcBef>
              <a:spcAft>
                <a:spcPts val="992"/>
              </a:spcAft>
              <a:buClr>
                <a:srgbClr val="000000"/>
              </a:buClr>
              <a:buFont typeface="Wingdings" charset="2"/>
              <a:buChar char=""/>
            </a:pPr>
            <a:r>
              <a:rPr b="0" lang="en-US" sz="2400" strike="noStrike" u="none">
                <a:solidFill>
                  <a:schemeClr val="dk1"/>
                </a:solidFill>
                <a:effectLst/>
                <a:uFillTx/>
                <a:latin typeface="Times New Roman"/>
              </a:rPr>
              <a:t>At the organizational level.This is the strategic, high-level view of maintenance across the whole organization.</a:t>
            </a:r>
            <a:endParaRPr b="0" lang="en-US" sz="2400" strike="noStrike" u="none">
              <a:solidFill>
                <a:srgbClr val="000000"/>
              </a:solidFill>
              <a:effectLst/>
              <a:uFillTx/>
              <a:latin typeface="Arial"/>
            </a:endParaRPr>
          </a:p>
          <a:p>
            <a:pPr marL="2160000" indent="-228600" algn="just"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Focus: Policies, responsibilities, and resources.</a:t>
            </a:r>
            <a:endParaRPr b="0" lang="en-US" sz="1800" strike="noStrike" u="none">
              <a:solidFill>
                <a:srgbClr val="000000"/>
              </a:solidFill>
              <a:effectLst/>
              <a:uFillTx/>
              <a:latin typeface="Arial"/>
            </a:endParaRPr>
          </a:p>
          <a:p>
            <a:pPr marL="2160000" indent="-228600"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Defines overall maintenance policy and goals.</a:t>
            </a:r>
            <a:endParaRPr b="0" lang="en-US" sz="1800" strike="noStrike" u="none">
              <a:solidFill>
                <a:srgbClr val="000000"/>
              </a:solidFill>
              <a:effectLst/>
              <a:uFillTx/>
              <a:latin typeface="Arial"/>
            </a:endParaRPr>
          </a:p>
          <a:p>
            <a:pPr marL="2160000" indent="-228600"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Identifies who is responsible for maintenance (teams, departments).</a:t>
            </a:r>
            <a:endParaRPr b="0" lang="en-US" sz="1800" strike="noStrike" u="none">
              <a:solidFill>
                <a:srgbClr val="000000"/>
              </a:solidFill>
              <a:effectLst/>
              <a:uFillTx/>
              <a:latin typeface="Arial"/>
            </a:endParaRPr>
          </a:p>
          <a:p>
            <a:pPr marL="2160000" indent="-228600"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Plans for budget, tools, and training needs.</a:t>
            </a:r>
            <a:endParaRPr b="0" lang="en-US" sz="1800" strike="noStrike" u="none">
              <a:solidFill>
                <a:srgbClr val="000000"/>
              </a:solidFill>
              <a:effectLst/>
              <a:uFillTx/>
              <a:latin typeface="Arial"/>
            </a:endParaRPr>
          </a:p>
          <a:p>
            <a:pPr marL="2160000" indent="-228600"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Ensures alignment with the organization’s business strategy.</a:t>
            </a:r>
            <a:endParaRPr b="0" lang="en-US" sz="1800" strike="noStrike" u="none">
              <a:solidFill>
                <a:srgbClr val="000000"/>
              </a:solidFill>
              <a:effectLst/>
              <a:uFillTx/>
              <a:latin typeface="Arial"/>
            </a:endParaRPr>
          </a:p>
          <a:p>
            <a:pPr marL="2160000" indent="-228600" defTabSz="914400">
              <a:lnSpc>
                <a:spcPct val="110000"/>
              </a:lnSpc>
              <a:spcBef>
                <a:spcPts val="1191"/>
              </a:spcBef>
              <a:spcAft>
                <a:spcPts val="992"/>
              </a:spcAft>
              <a:buClr>
                <a:srgbClr val="000000"/>
              </a:buClr>
              <a:buFont typeface="Wingdings" charset="2"/>
              <a:buChar char=""/>
            </a:pPr>
            <a:r>
              <a:rPr b="0" lang="en-US" sz="1800" strike="noStrike" u="none">
                <a:solidFill>
                  <a:schemeClr val="dk1"/>
                </a:solidFill>
                <a:effectLst/>
                <a:uFillTx/>
                <a:latin typeface="Times New Roman"/>
              </a:rPr>
              <a:t>Decides whether maintenance is done internally or outsourced.</a:t>
            </a:r>
            <a:endParaRPr b="0" lang="en-US" sz="1800" strike="noStrike" u="none">
              <a:solidFill>
                <a:srgbClr val="000000"/>
              </a:solidFill>
              <a:effectLst/>
              <a:uFillTx/>
              <a:latin typeface="Arial"/>
            </a:endParaRPr>
          </a:p>
          <a:p>
            <a:pPr marL="228600" indent="0" defTabSz="914400">
              <a:lnSpc>
                <a:spcPct val="110000"/>
              </a:lnSpc>
              <a:spcBef>
                <a:spcPts val="1191"/>
              </a:spcBef>
              <a:spcAft>
                <a:spcPts val="992"/>
              </a:spcAft>
              <a:buNone/>
              <a:tabLst>
                <a:tab algn="l" pos="0"/>
              </a:tabLst>
            </a:pPr>
            <a:endParaRPr b="0" lang="en-US" sz="1000" strike="noStrike" u="none">
              <a:solidFill>
                <a:srgbClr val="000000"/>
              </a:solidFill>
              <a:effectLst/>
              <a:uFillTx/>
              <a:latin typeface="Arial"/>
            </a:endParaRPr>
          </a:p>
          <a:p>
            <a:pPr marL="228600" indent="0" defTabSz="914400">
              <a:lnSpc>
                <a:spcPct val="110000"/>
              </a:lnSpc>
              <a:spcBef>
                <a:spcPts val="1191"/>
              </a:spcBef>
              <a:spcAft>
                <a:spcPts val="992"/>
              </a:spcAft>
              <a:buNone/>
              <a:tabLst>
                <a:tab algn="l" pos="0"/>
              </a:tabLst>
            </a:pP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52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Planning…</a:t>
            </a:r>
            <a:br>
              <a:rPr sz="3200"/>
            </a:br>
            <a:endParaRPr b="0" lang="en-US" sz="3200" strike="noStrike" u="none">
              <a:solidFill>
                <a:srgbClr val="000000"/>
              </a:solidFill>
              <a:effectLst/>
              <a:uFillTx/>
              <a:latin typeface="Arial"/>
            </a:endParaRPr>
          </a:p>
        </p:txBody>
      </p:sp>
      <p:sp>
        <p:nvSpPr>
          <p:cNvPr id="72" name="PlaceHolder 2"/>
          <p:cNvSpPr>
            <a:spLocks noGrp="1"/>
          </p:cNvSpPr>
          <p:nvPr>
            <p:ph/>
          </p:nvPr>
        </p:nvSpPr>
        <p:spPr>
          <a:xfrm>
            <a:off x="369360" y="1607040"/>
            <a:ext cx="11821320" cy="5249880"/>
          </a:xfrm>
          <a:prstGeom prst="rect">
            <a:avLst/>
          </a:prstGeom>
          <a:noFill/>
          <a:ln w="0">
            <a:noFill/>
          </a:ln>
        </p:spPr>
        <p:txBody>
          <a:bodyPr lIns="91440" rIns="91440" tIns="45720" bIns="45720" anchor="t">
            <a:normAutofit/>
          </a:bodyPr>
          <a:p>
            <a:pPr indent="0" algn="just" defTabSz="914400">
              <a:lnSpc>
                <a:spcPct val="110000"/>
              </a:lnSpc>
              <a:spcBef>
                <a:spcPts val="1191"/>
              </a:spcBef>
              <a:spcAft>
                <a:spcPts val="992"/>
              </a:spcAft>
              <a:buNone/>
              <a:tabLst>
                <a:tab algn="l" pos="0"/>
              </a:tabLst>
            </a:pPr>
            <a:r>
              <a:rPr b="0" lang="en-US" sz="2400" strike="noStrike" u="none">
                <a:solidFill>
                  <a:schemeClr val="dk1"/>
                </a:solidFill>
                <a:effectLst/>
                <a:uFillTx/>
                <a:latin typeface="Times New Roman"/>
              </a:rPr>
              <a:t>At the </a:t>
            </a:r>
            <a:r>
              <a:rPr b="0" lang="en-US" sz="2400" strike="noStrike" u="none">
                <a:solidFill>
                  <a:srgbClr val="c9211e"/>
                </a:solidFill>
                <a:effectLst/>
                <a:uFillTx/>
                <a:latin typeface="Times New Roman"/>
              </a:rPr>
              <a:t>tactical level</a:t>
            </a:r>
            <a:r>
              <a:rPr b="0" lang="en-US" sz="2400" strike="noStrike" u="none">
                <a:solidFill>
                  <a:schemeClr val="dk1"/>
                </a:solidFill>
                <a:effectLst/>
                <a:uFillTx/>
                <a:latin typeface="Times New Roman"/>
              </a:rPr>
              <a:t>, This is the management-level view — it focuses on how the organization’s policies are implemented.</a:t>
            </a:r>
            <a:endParaRPr b="0" lang="en-US" sz="2400" strike="noStrike" u="none">
              <a:solidFill>
                <a:srgbClr val="000000"/>
              </a:solidFill>
              <a:effectLst/>
              <a:uFillTx/>
              <a:latin typeface="Arial"/>
            </a:endParaRPr>
          </a:p>
          <a:p>
            <a:pPr marL="360000" indent="-324000" defTabSz="914400">
              <a:lnSpc>
                <a:spcPct val="110000"/>
              </a:lnSpc>
              <a:spcBef>
                <a:spcPts val="1191"/>
              </a:spcBef>
              <a:spcAft>
                <a:spcPts val="992"/>
              </a:spcAft>
              <a:buClr>
                <a:srgbClr val="000000"/>
              </a:buClr>
              <a:buFont typeface="Wingdings" charset="2"/>
              <a:buChar char=""/>
              <a:tabLst>
                <a:tab algn="l" pos="0"/>
              </a:tabLst>
            </a:pPr>
            <a:r>
              <a:rPr b="0" lang="en-US" sz="2000" strike="noStrike" u="none">
                <a:solidFill>
                  <a:schemeClr val="dk1"/>
                </a:solidFill>
                <a:effectLst/>
                <a:uFillTx/>
                <a:latin typeface="Times New Roman"/>
              </a:rPr>
              <a:t>Focus: Procedures, schedules, and resource allocation.</a:t>
            </a:r>
            <a:endParaRPr b="0" lang="en-US" sz="2000" strike="noStrike" u="none">
              <a:solidFill>
                <a:srgbClr val="000000"/>
              </a:solidFill>
              <a:effectLst/>
              <a:uFillTx/>
              <a:latin typeface="Arial"/>
            </a:endParaRPr>
          </a:p>
          <a:p>
            <a:pPr marL="228600" indent="-228600" algn="just" defTabSz="914400">
              <a:lnSpc>
                <a:spcPct val="11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rPr>
              <a:t>Finally, at the operational level, the goals are specific: </a:t>
            </a:r>
            <a:endParaRPr b="0" lang="en-US" sz="2400" strike="noStrike" u="none">
              <a:solidFill>
                <a:srgbClr val="000000"/>
              </a:solidFill>
              <a:effectLst/>
              <a:uFillTx/>
              <a:latin typeface="Arial"/>
            </a:endParaRPr>
          </a:p>
          <a:p>
            <a:pPr marL="228600" indent="-228600" algn="just" defTabSz="914400">
              <a:lnSpc>
                <a:spcPct val="11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rPr>
              <a:t>This is the day-to-day execution level — the technical and practical implementation of maintenance.</a:t>
            </a:r>
            <a:endParaRPr b="0" lang="en-US" sz="2400" strike="noStrike" u="none">
              <a:solidFill>
                <a:srgbClr val="000000"/>
              </a:solidFill>
              <a:effectLst/>
              <a:uFillTx/>
              <a:latin typeface="Arial"/>
            </a:endParaRPr>
          </a:p>
          <a:p>
            <a:pPr indent="0" algn="just" defTabSz="914400">
              <a:lnSpc>
                <a:spcPct val="100000"/>
              </a:lnSpc>
              <a:spcBef>
                <a:spcPts val="1001"/>
              </a:spcBef>
              <a:buNone/>
              <a:tabLst>
                <a:tab algn="l" pos="0"/>
              </a:tabLst>
            </a:pPr>
            <a:r>
              <a:rPr b="0" lang="en-US" sz="2000" strike="noStrike" u="none">
                <a:solidFill>
                  <a:schemeClr val="dk1"/>
                </a:solidFill>
                <a:effectLst/>
                <a:uFillTx/>
                <a:latin typeface="Times New Roman"/>
              </a:rPr>
              <a:t>(a) To conduct impact analysis on a given maintenance request, </a:t>
            </a:r>
            <a:endParaRPr b="0" lang="en-US" sz="2000" strike="noStrike" u="none">
              <a:solidFill>
                <a:srgbClr val="000000"/>
              </a:solidFill>
              <a:effectLst/>
              <a:uFillTx/>
              <a:latin typeface="Arial"/>
            </a:endParaRPr>
          </a:p>
          <a:p>
            <a:pPr indent="0" algn="just" defTabSz="914400">
              <a:lnSpc>
                <a:spcPct val="100000"/>
              </a:lnSpc>
              <a:spcBef>
                <a:spcPts val="1001"/>
              </a:spcBef>
              <a:buNone/>
              <a:tabLst>
                <a:tab algn="l" pos="0"/>
              </a:tabLst>
            </a:pPr>
            <a:r>
              <a:rPr b="0" lang="en-US" sz="2000" strike="noStrike" u="none">
                <a:solidFill>
                  <a:schemeClr val="dk1"/>
                </a:solidFill>
                <a:effectLst/>
                <a:uFillTx/>
                <a:latin typeface="Times New Roman"/>
              </a:rPr>
              <a:t>(b) To plan the recovery/failure tests, </a:t>
            </a:r>
            <a:endParaRPr b="0" lang="en-US" sz="2000" strike="noStrike" u="none">
              <a:solidFill>
                <a:srgbClr val="000000"/>
              </a:solidFill>
              <a:effectLst/>
              <a:uFillTx/>
              <a:latin typeface="Arial"/>
            </a:endParaRPr>
          </a:p>
          <a:p>
            <a:pPr indent="0" algn="just" defTabSz="914400">
              <a:lnSpc>
                <a:spcPct val="100000"/>
              </a:lnSpc>
              <a:spcBef>
                <a:spcPts val="1001"/>
              </a:spcBef>
              <a:buNone/>
              <a:tabLst>
                <a:tab algn="l" pos="0"/>
              </a:tabLst>
            </a:pPr>
            <a:r>
              <a:rPr b="0" lang="en-US" sz="2000" strike="noStrike" u="none">
                <a:solidFill>
                  <a:schemeClr val="dk1"/>
                </a:solidFill>
                <a:effectLst/>
                <a:uFillTx/>
                <a:latin typeface="Times New Roman"/>
              </a:rPr>
              <a:t>(c) To plan software versions/releases (e.g., assign each request to a future version/release of the software), and</a:t>
            </a:r>
            <a:endParaRPr b="0" lang="en-US" sz="2000" strike="noStrike" u="none">
              <a:solidFill>
                <a:srgbClr val="000000"/>
              </a:solidFill>
              <a:effectLst/>
              <a:uFillTx/>
              <a:latin typeface="Arial"/>
            </a:endParaRPr>
          </a:p>
          <a:p>
            <a:pPr indent="0" algn="just" defTabSz="914400">
              <a:lnSpc>
                <a:spcPct val="100000"/>
              </a:lnSpc>
              <a:spcBef>
                <a:spcPts val="1001"/>
              </a:spcBef>
              <a:buNone/>
              <a:tabLst>
                <a:tab algn="l" pos="0"/>
              </a:tabLst>
            </a:pPr>
            <a:r>
              <a:rPr b="0" lang="en-US" sz="2000" strike="noStrike" u="none">
                <a:solidFill>
                  <a:schemeClr val="dk1"/>
                </a:solidFill>
                <a:effectLst/>
                <a:uFillTx/>
                <a:latin typeface="Times New Roman"/>
              </a:rPr>
              <a:t>(d) To plan software upgrades (especially the COTS) for the many platforms.</a:t>
            </a:r>
            <a:endParaRPr b="0" lang="en-US" sz="20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51000" y="200880"/>
            <a:ext cx="11840040" cy="90144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Planning…</a:t>
            </a:r>
            <a:br>
              <a:rPr sz="3200"/>
            </a:br>
            <a:endParaRPr b="0" lang="en-US" sz="3200" strike="noStrike" u="none">
              <a:solidFill>
                <a:srgbClr val="000000"/>
              </a:solidFill>
              <a:effectLst/>
              <a:uFillTx/>
              <a:latin typeface="Arial"/>
            </a:endParaRPr>
          </a:p>
        </p:txBody>
      </p:sp>
      <p:sp>
        <p:nvSpPr>
          <p:cNvPr id="74" name="PlaceHolder 2"/>
          <p:cNvSpPr>
            <a:spLocks noGrp="1"/>
          </p:cNvSpPr>
          <p:nvPr>
            <p:ph/>
          </p:nvPr>
        </p:nvSpPr>
        <p:spPr>
          <a:xfrm>
            <a:off x="351000" y="1598040"/>
            <a:ext cx="11840040" cy="5258880"/>
          </a:xfrm>
          <a:prstGeom prst="rect">
            <a:avLst/>
          </a:prstGeom>
          <a:noFill/>
          <a:ln w="0">
            <a:noFill/>
          </a:ln>
        </p:spPr>
        <p:txBody>
          <a:bodyPr lIns="91440" rIns="91440" tIns="45720" bIns="45720" anchor="t">
            <a:noAutofit/>
          </a:bodyPr>
          <a:p>
            <a:pPr indent="0" algn="just" defTabSz="914400">
              <a:lnSpc>
                <a:spcPct val="120000"/>
              </a:lnSpc>
              <a:spcBef>
                <a:spcPts val="1001"/>
              </a:spcBef>
              <a:buNone/>
              <a:tabLst>
                <a:tab algn="l" pos="0"/>
              </a:tabLst>
            </a:pPr>
            <a:r>
              <a:rPr b="1" lang="en-US" sz="2400" strike="noStrike" u="none">
                <a:solidFill>
                  <a:schemeClr val="dk1"/>
                </a:solidFill>
                <a:effectLst/>
                <a:uFillTx/>
                <a:latin typeface="Times New Roman"/>
              </a:rPr>
              <a:t>Goals of  Maintenance Planning KPA </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1. Ensure a proactive collection and documentation of customer/user, development, and computer operation requests (in the short term, medium term …) to conduct detailed planning.</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2. Identify, communicate, and obtain consensus on priorities of requests currently in queue and assigned.</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3. Identify the required controls for each type of maintenance service and application software under maintenance.</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4. Plan the recovery/failure tests for all software in maintenance.</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5. Identify version management plans ( also called release plans) for all software maintained. </a:t>
            </a: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367920" y="365040"/>
            <a:ext cx="1182276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Planning…</a:t>
            </a:r>
            <a:br>
              <a:rPr sz="3200"/>
            </a:br>
            <a:endParaRPr b="0" lang="en-US" sz="3200" strike="noStrike" u="none">
              <a:solidFill>
                <a:srgbClr val="000000"/>
              </a:solidFill>
              <a:effectLst/>
              <a:uFillTx/>
              <a:latin typeface="Arial"/>
            </a:endParaRPr>
          </a:p>
        </p:txBody>
      </p:sp>
      <p:sp>
        <p:nvSpPr>
          <p:cNvPr id="76" name="PlaceHolder 2"/>
          <p:cNvSpPr>
            <a:spLocks noGrp="1"/>
          </p:cNvSpPr>
          <p:nvPr>
            <p:ph/>
          </p:nvPr>
        </p:nvSpPr>
        <p:spPr>
          <a:xfrm>
            <a:off x="367920" y="1594800"/>
            <a:ext cx="11822760" cy="5262120"/>
          </a:xfrm>
          <a:prstGeom prst="rect">
            <a:avLst/>
          </a:prstGeom>
          <a:noFill/>
          <a:ln w="0">
            <a:noFill/>
          </a:ln>
        </p:spPr>
        <p:txBody>
          <a:bodyPr lIns="91440" rIns="91440" tIns="45720" bIns="45720" anchor="t">
            <a:normAutofit/>
          </a:bodyPr>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6. Prepare software upgrade plans.</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7. Establish a rationale for the allocation of new requests to maintenance engineers and for the capacity of maintenance. </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8. Inform the stakeholders of maintenance work performed, waiting in queue, and in progress based on agreed priorities.</a:t>
            </a:r>
            <a:endParaRPr b="0" lang="en-US" sz="24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400" strike="noStrike" u="none">
                <a:solidFill>
                  <a:schemeClr val="dk1"/>
                </a:solidFill>
                <a:effectLst/>
                <a:uFillTx/>
                <a:latin typeface="Times New Roman"/>
              </a:rPr>
              <a:t>9. Inform stakeholders on the status of budgets and on the use of resources.</a:t>
            </a: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356760" y="365040"/>
            <a:ext cx="1183392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Planning…</a:t>
            </a:r>
            <a:br>
              <a:rPr sz="3200"/>
            </a:br>
            <a:endParaRPr b="0" lang="en-US" sz="3200" strike="noStrike" u="none">
              <a:solidFill>
                <a:srgbClr val="000000"/>
              </a:solidFill>
              <a:effectLst/>
              <a:uFillTx/>
              <a:latin typeface="Arial"/>
            </a:endParaRPr>
          </a:p>
        </p:txBody>
      </p:sp>
      <p:sp>
        <p:nvSpPr>
          <p:cNvPr id="78" name="PlaceHolder 2"/>
          <p:cNvSpPr>
            <a:spLocks noGrp="1"/>
          </p:cNvSpPr>
          <p:nvPr>
            <p:ph/>
          </p:nvPr>
        </p:nvSpPr>
        <p:spPr>
          <a:xfrm>
            <a:off x="356760" y="1605600"/>
            <a:ext cx="11833920" cy="5251320"/>
          </a:xfrm>
          <a:prstGeom prst="rect">
            <a:avLst/>
          </a:prstGeom>
          <a:noFill/>
          <a:ln w="0">
            <a:noFill/>
          </a:ln>
        </p:spPr>
        <p:txBody>
          <a:bodyPr lIns="91440" rIns="91440" tIns="45720" bIns="45720" anchor="t">
            <a:normAutofit fontScale="85000" lnSpcReduction="19999"/>
          </a:bodyPr>
          <a:p>
            <a:pPr indent="0" defTabSz="914400">
              <a:lnSpc>
                <a:spcPct val="90000"/>
              </a:lnSpc>
              <a:spcBef>
                <a:spcPts val="1001"/>
              </a:spcBef>
              <a:buNone/>
              <a:tabLst>
                <a:tab algn="l" pos="0"/>
              </a:tabLst>
            </a:pPr>
            <a:r>
              <a:rPr b="1" lang="en-US" sz="2800" strike="noStrike" u="none">
                <a:solidFill>
                  <a:schemeClr val="dk1"/>
                </a:solidFill>
                <a:effectLst/>
                <a:uFillTx/>
                <a:latin typeface="Times New Roman"/>
              </a:rPr>
              <a:t>Expected Results from the KPA</a:t>
            </a:r>
            <a:endParaRPr b="0" lang="en-US" sz="28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600" strike="noStrike" u="none">
                <a:solidFill>
                  <a:schemeClr val="dk1"/>
                </a:solidFill>
                <a:effectLst/>
                <a:uFillTx/>
                <a:latin typeface="Times New Roman"/>
              </a:rPr>
              <a:t>After the successful implementation of the exemplary practices of this KPA, the following can be observed:</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A sound forecast is available on needed resources in software maintenance (strategic plan, tactical plan, and operational plan).</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SLA, agreement, license, and contract renewals are planned.</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The failure/recovery tests are planned for each software in maintenance.</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Requests are allocated to future versions of the software.</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Software upgrades are planned.</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Pre-delivery and transition services are planned.</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There is an optimal allocation of maintenance resources to work items.</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Software maintenance has a plan, and this plan is communicated and approved.</a:t>
            </a:r>
            <a:endParaRPr b="0" lang="en-US" sz="26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tabLst>
                <a:tab algn="l" pos="0"/>
              </a:tabLst>
            </a:pPr>
            <a:r>
              <a:rPr b="0" lang="en-US" sz="2600" strike="noStrike" u="none">
                <a:solidFill>
                  <a:schemeClr val="dk1"/>
                </a:solidFill>
                <a:effectLst/>
                <a:uFillTx/>
                <a:latin typeface="Times New Roman"/>
              </a:rPr>
              <a:t>The stakeholders are informed about the plans.</a:t>
            </a:r>
            <a:endParaRPr b="0" lang="en-US" sz="26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58920" y="365040"/>
            <a:ext cx="11832120" cy="736920"/>
          </a:xfrm>
          <a:prstGeom prst="rect">
            <a:avLst/>
          </a:prstGeom>
          <a:noFill/>
          <a:ln w="0">
            <a:noFill/>
          </a:ln>
        </p:spPr>
        <p:txBody>
          <a:bodyPr lIns="91440" rIns="91440" tIns="45720" bIns="45720" anchor="ctr">
            <a:noAutofit/>
          </a:bodyPr>
          <a:p>
            <a:pPr indent="0" algn="ctr" defTabSz="914400">
              <a:lnSpc>
                <a:spcPct val="90000"/>
              </a:lnSpc>
              <a:buNone/>
              <a:tabLst>
                <a:tab algn="l" pos="0"/>
              </a:tabLst>
            </a:pPr>
            <a:br>
              <a:rPr sz="3600"/>
            </a:br>
            <a:r>
              <a:rPr b="1" lang="en-US" sz="3600" strike="noStrike" u="none">
                <a:solidFill>
                  <a:schemeClr val="dk1"/>
                </a:solidFill>
                <a:effectLst/>
                <a:uFillTx/>
                <a:latin typeface="Times New Roman"/>
              </a:rPr>
              <a:t>EVOLUTION AND MAINTENANCE TESTING</a:t>
            </a:r>
            <a:br>
              <a:rPr sz="3600"/>
            </a:br>
            <a:endParaRPr b="0" lang="en-US" sz="3600" strike="noStrike" u="none">
              <a:solidFill>
                <a:srgbClr val="000000"/>
              </a:solidFill>
              <a:effectLst/>
              <a:uFillTx/>
              <a:latin typeface="Arial"/>
            </a:endParaRPr>
          </a:p>
        </p:txBody>
      </p:sp>
      <p:sp>
        <p:nvSpPr>
          <p:cNvPr id="80" name="PlaceHolder 2"/>
          <p:cNvSpPr>
            <a:spLocks noGrp="1"/>
          </p:cNvSpPr>
          <p:nvPr>
            <p:ph/>
          </p:nvPr>
        </p:nvSpPr>
        <p:spPr>
          <a:xfrm>
            <a:off x="358920" y="1597320"/>
            <a:ext cx="11832120" cy="5259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1" lang="en-US" sz="2800" strike="noStrike" u="none">
                <a:solidFill>
                  <a:schemeClr val="dk1"/>
                </a:solidFill>
                <a:effectLst/>
                <a:uFillTx/>
                <a:latin typeface="Times New Roman"/>
              </a:rPr>
              <a:t>Maintenance Testing </a:t>
            </a: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tabLst>
                <a:tab algn="l" pos="0"/>
              </a:tabLst>
            </a:pPr>
            <a:r>
              <a:rPr b="0" lang="en-US" sz="2800" strike="noStrike" u="none">
                <a:solidFill>
                  <a:schemeClr val="dk1"/>
                </a:solidFill>
                <a:effectLst/>
                <a:uFillTx/>
                <a:latin typeface="Times New Roman"/>
              </a:rPr>
              <a:t>Maintenance Testing is done on the already deployed software.</a:t>
            </a: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tabLst>
                <a:tab algn="l" pos="0"/>
              </a:tabLst>
            </a:pPr>
            <a:r>
              <a:rPr b="0" lang="en-US" sz="2800" strike="noStrike" u="none">
                <a:solidFill>
                  <a:schemeClr val="dk1"/>
                </a:solidFill>
                <a:effectLst/>
                <a:uFillTx/>
                <a:latin typeface="Times New Roman"/>
              </a:rPr>
              <a:t>The deployed software needs to be enhanced, changed or migrated to other hardware. </a:t>
            </a: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tabLst>
                <a:tab algn="l" pos="0"/>
              </a:tabLst>
            </a:pPr>
            <a:r>
              <a:rPr b="0" lang="en-US" sz="2800" strike="noStrike" u="none">
                <a:solidFill>
                  <a:schemeClr val="dk1"/>
                </a:solidFill>
                <a:effectLst/>
                <a:uFillTx/>
                <a:latin typeface="Times New Roman"/>
              </a:rPr>
              <a:t>The Testing done during this enhancement, change and migration cycle is known as maintenance testing.</a:t>
            </a: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Calibri"/>
              </a:rPr>
              <a:t> </a:t>
            </a: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379080" y="365040"/>
            <a:ext cx="1181160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Testing… </a:t>
            </a:r>
            <a:br>
              <a:rPr sz="3200"/>
            </a:br>
            <a:endParaRPr b="0" lang="en-US" sz="3200" strike="noStrike" u="none">
              <a:solidFill>
                <a:srgbClr val="000000"/>
              </a:solidFill>
              <a:effectLst/>
              <a:uFillTx/>
              <a:latin typeface="Arial"/>
            </a:endParaRPr>
          </a:p>
        </p:txBody>
      </p:sp>
      <p:sp>
        <p:nvSpPr>
          <p:cNvPr id="82" name="PlaceHolder 2"/>
          <p:cNvSpPr>
            <a:spLocks noGrp="1"/>
          </p:cNvSpPr>
          <p:nvPr>
            <p:ph/>
          </p:nvPr>
        </p:nvSpPr>
        <p:spPr>
          <a:xfrm>
            <a:off x="379080" y="1605600"/>
            <a:ext cx="11811600" cy="525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a:p>
            <a:pPr indent="0" defTabSz="914400">
              <a:lnSpc>
                <a:spcPct val="100000"/>
              </a:lnSpc>
              <a:spcBef>
                <a:spcPts val="1001"/>
              </a:spcBef>
              <a:buNone/>
              <a:tabLst>
                <a:tab algn="l" pos="0"/>
              </a:tabLst>
            </a:pPr>
            <a:r>
              <a:rPr b="0" lang="en-US" sz="2400" strike="noStrike" u="none">
                <a:solidFill>
                  <a:schemeClr val="dk1"/>
                </a:solidFill>
                <a:effectLst/>
                <a:uFillTx/>
                <a:latin typeface="Times New Roman"/>
              </a:rPr>
              <a:t>Usually maintenance testing is consisting of two parts:</a:t>
            </a:r>
            <a:endParaRPr b="0" lang="en-US" sz="2400" strike="noStrike" u="none">
              <a:solidFill>
                <a:srgbClr val="000000"/>
              </a:solidFill>
              <a:effectLst/>
              <a:uFillTx/>
              <a:latin typeface="Arial"/>
            </a:endParaRPr>
          </a:p>
          <a:p>
            <a:pPr indent="0" defTabSz="914400">
              <a:lnSpc>
                <a:spcPct val="100000"/>
              </a:lnSpc>
              <a:spcBef>
                <a:spcPts val="1001"/>
              </a:spcBef>
              <a:buNone/>
              <a:tabLst>
                <a:tab algn="l" pos="0"/>
              </a:tabLst>
            </a:pPr>
            <a:endParaRPr b="0" lang="en-US" sz="2400" strike="noStrike" u="none">
              <a:solidFill>
                <a:srgbClr val="000000"/>
              </a:solidFill>
              <a:effectLst/>
              <a:uFillTx/>
              <a:latin typeface="Arial"/>
            </a:endParaRPr>
          </a:p>
          <a:p>
            <a:pPr lvl="1" marL="685800" indent="-228600" algn="just" defTabSz="914400">
              <a:lnSpc>
                <a:spcPct val="10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First</a:t>
            </a:r>
            <a:r>
              <a:rPr b="0" lang="en-US" sz="2000" strike="noStrike" u="none">
                <a:solidFill>
                  <a:schemeClr val="dk1"/>
                </a:solidFill>
                <a:effectLst/>
                <a:uFillTx/>
                <a:latin typeface="Times New Roman"/>
              </a:rPr>
              <a:t> one is, testing the changes that has been made because of the correction in the system or if the system is extended or because of some additional features added to it.</a:t>
            </a:r>
            <a:endParaRPr b="0" lang="en-US" sz="2000" strike="noStrike" u="none">
              <a:solidFill>
                <a:srgbClr val="000000"/>
              </a:solidFill>
              <a:effectLst/>
              <a:uFillTx/>
              <a:latin typeface="Arial"/>
            </a:endParaRPr>
          </a:p>
          <a:p>
            <a:pPr marL="457200" indent="0" algn="just" defTabSz="914400">
              <a:lnSpc>
                <a:spcPct val="100000"/>
              </a:lnSpc>
              <a:spcBef>
                <a:spcPts val="499"/>
              </a:spcBef>
              <a:buNone/>
              <a:tabLst>
                <a:tab algn="l" pos="0"/>
              </a:tabLst>
            </a:pPr>
            <a:endParaRPr b="0" lang="en-US" sz="2000" strike="noStrike" u="none">
              <a:solidFill>
                <a:srgbClr val="000000"/>
              </a:solidFill>
              <a:effectLst/>
              <a:uFillTx/>
              <a:latin typeface="Arial"/>
            </a:endParaRPr>
          </a:p>
          <a:p>
            <a:pPr lvl="1" marL="685800" indent="-228600" algn="just" defTabSz="914400">
              <a:lnSpc>
                <a:spcPct val="10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Second </a:t>
            </a:r>
            <a:r>
              <a:rPr b="0" lang="en-US" sz="2000" strike="noStrike" u="none">
                <a:solidFill>
                  <a:schemeClr val="dk1"/>
                </a:solidFill>
                <a:effectLst/>
                <a:uFillTx/>
                <a:latin typeface="Times New Roman"/>
              </a:rPr>
              <a:t>one is regression tests to prove that the rest of the system has not been affected by the maintenance work.</a:t>
            </a:r>
            <a:endParaRPr b="0" lang="en-US" sz="20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367920" y="243000"/>
            <a:ext cx="11822760" cy="858960"/>
          </a:xfrm>
          <a:prstGeom prst="rect">
            <a:avLst/>
          </a:prstGeom>
          <a:noFill/>
          <a:ln w="0">
            <a:noFill/>
          </a:ln>
        </p:spPr>
        <p:txBody>
          <a:bodyPr lIns="91440" rIns="91440" tIns="45720" bIns="45720" anchor="ctr">
            <a:noAutofit/>
          </a:bodyPr>
          <a:p>
            <a:pPr indent="0" algn="ctr" defTabSz="914400">
              <a:lnSpc>
                <a:spcPct val="90000"/>
              </a:lnSpc>
              <a:buNone/>
              <a:tabLst>
                <a:tab algn="l" pos="0"/>
              </a:tabLst>
            </a:pPr>
            <a:br>
              <a:rPr sz="3600"/>
            </a:br>
            <a:r>
              <a:rPr b="1" lang="en-US" sz="3600" strike="noStrike" u="none">
                <a:solidFill>
                  <a:schemeClr val="dk1"/>
                </a:solidFill>
                <a:effectLst/>
                <a:uFillTx/>
                <a:latin typeface="Times New Roman"/>
              </a:rPr>
              <a:t>Configuration Management</a:t>
            </a:r>
            <a:br>
              <a:rPr sz="3600"/>
            </a:br>
            <a:endParaRPr b="0" lang="en-US" sz="3600" strike="noStrike" u="none">
              <a:solidFill>
                <a:srgbClr val="000000"/>
              </a:solidFill>
              <a:effectLst/>
              <a:uFillTx/>
              <a:latin typeface="Arial"/>
            </a:endParaRPr>
          </a:p>
        </p:txBody>
      </p:sp>
      <p:sp>
        <p:nvSpPr>
          <p:cNvPr id="84" name="PlaceHolder 2"/>
          <p:cNvSpPr>
            <a:spLocks noGrp="1"/>
          </p:cNvSpPr>
          <p:nvPr>
            <p:ph/>
          </p:nvPr>
        </p:nvSpPr>
        <p:spPr>
          <a:xfrm>
            <a:off x="367920" y="1605600"/>
            <a:ext cx="11822760" cy="525132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Wingdings" charset="2"/>
              <a:buChar char=""/>
            </a:pPr>
            <a:r>
              <a:rPr b="1" lang="en-US" sz="2400" strike="noStrike" u="none">
                <a:solidFill>
                  <a:schemeClr val="dk1"/>
                </a:solidFill>
                <a:effectLst/>
                <a:uFillTx/>
                <a:latin typeface="Times New Roman"/>
              </a:rPr>
              <a:t>Software Configuration Management</a:t>
            </a:r>
            <a:r>
              <a:rPr b="0" lang="en-US" sz="2400" strike="noStrike" u="none">
                <a:solidFill>
                  <a:schemeClr val="dk1"/>
                </a:solidFill>
                <a:effectLst/>
                <a:uFillTx/>
                <a:latin typeface="Times New Roman"/>
              </a:rPr>
              <a:t> encompasses the disciplines and techniques of initiating, evaluating and controlling change to software products during and after the software engineering process</a:t>
            </a:r>
            <a:r>
              <a:rPr b="0" lang="en-US" sz="2800" strike="noStrike" u="none">
                <a:solidFill>
                  <a:schemeClr val="dk1"/>
                </a:solidFill>
                <a:effectLst/>
                <a:uFillTx/>
                <a:latin typeface="Times New Roman"/>
              </a:rPr>
              <a:t>.</a:t>
            </a: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400" strike="noStrike" u="none">
                <a:solidFill>
                  <a:schemeClr val="dk1"/>
                </a:solidFill>
                <a:effectLst/>
                <a:uFillTx/>
                <a:latin typeface="Times New Roman"/>
              </a:rPr>
              <a:t>Configuration management consists of determining the configuration and description of products and intermediate work products at a precise time. </a:t>
            </a:r>
            <a:endParaRPr b="0" lang="en-US" sz="24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400" strike="noStrike" u="none">
                <a:solidFill>
                  <a:schemeClr val="dk1"/>
                </a:solidFill>
                <a:effectLst/>
                <a:uFillTx/>
                <a:latin typeface="Times New Roman"/>
              </a:rPr>
              <a:t>Its objective is to ensure systematic control over configuration changes and to maintain integrity and traceability throughout the life cycle of a request that will modify the existing software.</a:t>
            </a: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70440" y="365040"/>
            <a:ext cx="1182060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Configuration Management…</a:t>
            </a:r>
            <a:br>
              <a:rPr sz="3200"/>
            </a:br>
            <a:endParaRPr b="0" lang="en-US" sz="3200" strike="noStrike" u="none">
              <a:solidFill>
                <a:srgbClr val="000000"/>
              </a:solidFill>
              <a:effectLst/>
              <a:uFillTx/>
              <a:latin typeface="Arial"/>
            </a:endParaRPr>
          </a:p>
        </p:txBody>
      </p:sp>
      <p:sp>
        <p:nvSpPr>
          <p:cNvPr id="86" name="PlaceHolder 2"/>
          <p:cNvSpPr>
            <a:spLocks noGrp="1"/>
          </p:cNvSpPr>
          <p:nvPr>
            <p:ph/>
          </p:nvPr>
        </p:nvSpPr>
        <p:spPr>
          <a:xfrm>
            <a:off x="370440" y="1693440"/>
            <a:ext cx="11820600" cy="5163480"/>
          </a:xfrm>
          <a:prstGeom prst="rect">
            <a:avLst/>
          </a:prstGeom>
          <a:noFill/>
          <a:ln w="0">
            <a:noFill/>
          </a:ln>
        </p:spPr>
        <p:txBody>
          <a:bodyPr lIns="91440" rIns="91440" tIns="45720" bIns="45720" anchor="t">
            <a:normAutofit/>
          </a:bodyPr>
          <a:p>
            <a:pPr marL="228600" indent="-228600" algn="just" defTabSz="914400">
              <a:lnSpc>
                <a:spcPct val="100000"/>
              </a:lnSpc>
              <a:spcBef>
                <a:spcPts val="1001"/>
              </a:spcBef>
              <a:buClr>
                <a:srgbClr val="000000"/>
              </a:buClr>
              <a:buFont typeface="Wingdings" charset="2"/>
              <a:buChar char=""/>
            </a:pPr>
            <a:r>
              <a:rPr b="0" lang="en-US" sz="2400" strike="noStrike" u="none">
                <a:solidFill>
                  <a:schemeClr val="dk1"/>
                </a:solidFill>
                <a:effectLst/>
                <a:uFillTx/>
                <a:latin typeface="Times New Roman"/>
              </a:rPr>
              <a:t>Configuration management's first objective is to establish a link between the different intermediate products throughout a change. </a:t>
            </a:r>
            <a:endParaRPr b="0" lang="en-US" sz="24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400" strike="noStrike" u="none">
                <a:solidFill>
                  <a:schemeClr val="dk1"/>
                </a:solidFill>
                <a:effectLst/>
                <a:uFillTx/>
                <a:latin typeface="Times New Roman"/>
              </a:rPr>
              <a:t>The maintainer is thus able to follow a change's progress from </a:t>
            </a:r>
            <a:endParaRPr b="0" lang="en-US" sz="2400" strike="noStrike" u="none">
              <a:solidFill>
                <a:srgbClr val="000000"/>
              </a:solidFill>
              <a:effectLst/>
              <a:uFillTx/>
              <a:latin typeface="Arial"/>
            </a:endParaRPr>
          </a:p>
        </p:txBody>
      </p:sp>
      <p:sp>
        <p:nvSpPr>
          <p:cNvPr id="87" name="Rounded Rectangle 3"/>
          <p:cNvSpPr/>
          <p:nvPr/>
        </p:nvSpPr>
        <p:spPr>
          <a:xfrm>
            <a:off x="1161720" y="382068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Initial Request</a:t>
            </a:r>
            <a:endParaRPr b="0" lang="en-US" sz="2000" strike="noStrike" u="none">
              <a:solidFill>
                <a:srgbClr val="000000"/>
              </a:solidFill>
              <a:effectLst/>
              <a:uFillTx/>
              <a:latin typeface="Arial"/>
            </a:endParaRPr>
          </a:p>
        </p:txBody>
      </p:sp>
      <p:sp>
        <p:nvSpPr>
          <p:cNvPr id="88" name="Rounded Rectangle 4"/>
          <p:cNvSpPr/>
          <p:nvPr/>
        </p:nvSpPr>
        <p:spPr>
          <a:xfrm>
            <a:off x="6522120" y="382068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Impact Analysis</a:t>
            </a:r>
            <a:endParaRPr b="0" lang="en-US" sz="2000" strike="noStrike" u="none">
              <a:solidFill>
                <a:srgbClr val="000000"/>
              </a:solidFill>
              <a:effectLst/>
              <a:uFillTx/>
              <a:latin typeface="Arial"/>
            </a:endParaRPr>
          </a:p>
        </p:txBody>
      </p:sp>
      <p:sp>
        <p:nvSpPr>
          <p:cNvPr id="89" name="Rounded Rectangle 5"/>
          <p:cNvSpPr/>
          <p:nvPr/>
        </p:nvSpPr>
        <p:spPr>
          <a:xfrm>
            <a:off x="3967920" y="382068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Requirements</a:t>
            </a:r>
            <a:endParaRPr b="0" lang="en-US" sz="2000" strike="noStrike" u="none">
              <a:solidFill>
                <a:srgbClr val="000000"/>
              </a:solidFill>
              <a:effectLst/>
              <a:uFillTx/>
              <a:latin typeface="Arial"/>
            </a:endParaRPr>
          </a:p>
        </p:txBody>
      </p:sp>
      <p:sp>
        <p:nvSpPr>
          <p:cNvPr id="90" name="Rounded Rectangle 6"/>
          <p:cNvSpPr/>
          <p:nvPr/>
        </p:nvSpPr>
        <p:spPr>
          <a:xfrm>
            <a:off x="9357120" y="516996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Programming</a:t>
            </a:r>
            <a:endParaRPr b="0" lang="en-US" sz="2000" strike="noStrike" u="none">
              <a:solidFill>
                <a:srgbClr val="000000"/>
              </a:solidFill>
              <a:effectLst/>
              <a:uFillTx/>
              <a:latin typeface="Arial"/>
            </a:endParaRPr>
          </a:p>
        </p:txBody>
      </p:sp>
      <p:sp>
        <p:nvSpPr>
          <p:cNvPr id="91" name="Rounded Rectangle 7"/>
          <p:cNvSpPr/>
          <p:nvPr/>
        </p:nvSpPr>
        <p:spPr>
          <a:xfrm>
            <a:off x="9357120" y="382068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Detailed Design</a:t>
            </a:r>
            <a:endParaRPr b="0" lang="en-US" sz="2000" strike="noStrike" u="none">
              <a:solidFill>
                <a:srgbClr val="000000"/>
              </a:solidFill>
              <a:effectLst/>
              <a:uFillTx/>
              <a:latin typeface="Arial"/>
            </a:endParaRPr>
          </a:p>
        </p:txBody>
      </p:sp>
      <p:sp>
        <p:nvSpPr>
          <p:cNvPr id="92" name="Rounded Rectangle 8"/>
          <p:cNvSpPr/>
          <p:nvPr/>
        </p:nvSpPr>
        <p:spPr>
          <a:xfrm>
            <a:off x="6522120" y="5201280"/>
            <a:ext cx="204048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Testing</a:t>
            </a:r>
            <a:endParaRPr b="0" lang="en-US" sz="2000" strike="noStrike" u="none">
              <a:solidFill>
                <a:srgbClr val="000000"/>
              </a:solidFill>
              <a:effectLst/>
              <a:uFillTx/>
              <a:latin typeface="Arial"/>
            </a:endParaRPr>
          </a:p>
        </p:txBody>
      </p:sp>
      <p:sp>
        <p:nvSpPr>
          <p:cNvPr id="93" name="Rounded Rectangle 9"/>
          <p:cNvSpPr/>
          <p:nvPr/>
        </p:nvSpPr>
        <p:spPr>
          <a:xfrm>
            <a:off x="3994560" y="5201280"/>
            <a:ext cx="208116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Technical Documentation</a:t>
            </a:r>
            <a:endParaRPr b="0" lang="en-US" sz="2000" strike="noStrike" u="none">
              <a:solidFill>
                <a:srgbClr val="000000"/>
              </a:solidFill>
              <a:effectLst/>
              <a:uFillTx/>
              <a:latin typeface="Arial"/>
            </a:endParaRPr>
          </a:p>
        </p:txBody>
      </p:sp>
      <p:sp>
        <p:nvSpPr>
          <p:cNvPr id="94" name="Rounded Rectangle 10"/>
          <p:cNvSpPr/>
          <p:nvPr/>
        </p:nvSpPr>
        <p:spPr>
          <a:xfrm>
            <a:off x="1161720" y="5248440"/>
            <a:ext cx="2040840" cy="913320"/>
          </a:xfrm>
          <a:prstGeom prst="roundRect">
            <a:avLst>
              <a:gd name="adj" fmla="val 16667"/>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000" strike="noStrike" u="none">
                <a:solidFill>
                  <a:schemeClr val="dk1"/>
                </a:solidFill>
                <a:effectLst/>
                <a:uFillTx/>
                <a:latin typeface="Times New Roman"/>
              </a:rPr>
              <a:t>To Use by the User</a:t>
            </a:r>
            <a:endParaRPr b="0" lang="en-US" sz="2000" strike="noStrike" u="none">
              <a:solidFill>
                <a:srgbClr val="000000"/>
              </a:solidFill>
              <a:effectLst/>
              <a:uFillTx/>
              <a:latin typeface="Arial"/>
            </a:endParaRPr>
          </a:p>
        </p:txBody>
      </p:sp>
      <p:sp>
        <p:nvSpPr>
          <p:cNvPr id="95" name="Right Arrow 11"/>
          <p:cNvSpPr/>
          <p:nvPr/>
        </p:nvSpPr>
        <p:spPr>
          <a:xfrm>
            <a:off x="3169440" y="4113720"/>
            <a:ext cx="860040" cy="32292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6" name="Right Arrow 12"/>
          <p:cNvSpPr/>
          <p:nvPr/>
        </p:nvSpPr>
        <p:spPr>
          <a:xfrm>
            <a:off x="6023880" y="4091760"/>
            <a:ext cx="496800" cy="32976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7" name="Right Arrow 13"/>
          <p:cNvSpPr/>
          <p:nvPr/>
        </p:nvSpPr>
        <p:spPr>
          <a:xfrm rot="10800000">
            <a:off x="6033600" y="5475960"/>
            <a:ext cx="496800" cy="32976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8" name="Right Arrow 14"/>
          <p:cNvSpPr/>
          <p:nvPr/>
        </p:nvSpPr>
        <p:spPr>
          <a:xfrm>
            <a:off x="8563680" y="4047840"/>
            <a:ext cx="792360" cy="34740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9" name="Right Arrow 15"/>
          <p:cNvSpPr/>
          <p:nvPr/>
        </p:nvSpPr>
        <p:spPr>
          <a:xfrm rot="10800000">
            <a:off x="8564760" y="5371920"/>
            <a:ext cx="792360" cy="32760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0" name="Right Arrow 16"/>
          <p:cNvSpPr/>
          <p:nvPr/>
        </p:nvSpPr>
        <p:spPr>
          <a:xfrm rot="10800000">
            <a:off x="3175560" y="5414400"/>
            <a:ext cx="792360" cy="39132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1" name="Right Arrow 17"/>
          <p:cNvSpPr/>
          <p:nvPr/>
        </p:nvSpPr>
        <p:spPr>
          <a:xfrm rot="5400000">
            <a:off x="10168200" y="4797360"/>
            <a:ext cx="420120" cy="322560"/>
          </a:xfrm>
          <a:prstGeom prst="rightArrow">
            <a:avLst>
              <a:gd name="adj1" fmla="val 50000"/>
              <a:gd name="adj2" fmla="val 50000"/>
            </a:avLst>
          </a:prstGeom>
          <a:solidFill>
            <a:schemeClr val="tx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p14:dur="10"/>
    </mc:Choice>
    <mc:Fallback>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375840" y="365040"/>
            <a:ext cx="11815200" cy="736920"/>
          </a:xfrm>
          <a:prstGeom prst="rect">
            <a:avLst/>
          </a:prstGeom>
          <a:noFill/>
          <a:ln w="0">
            <a:noFill/>
          </a:ln>
        </p:spPr>
        <p:txBody>
          <a:bodyPr lIns="91440" rIns="91440" tIns="45720" bIns="45720" anchor="ctr">
            <a:normAutofit fontScale="32500" lnSpcReduction="19999"/>
          </a:bodyPr>
          <a:p>
            <a:pPr indent="0" defTabSz="914400">
              <a:lnSpc>
                <a:spcPct val="90000"/>
              </a:lnSpc>
              <a:buNone/>
              <a:tabLst>
                <a:tab algn="l" pos="0"/>
              </a:tabLst>
            </a:pPr>
            <a:br>
              <a:rPr sz="4400"/>
            </a:br>
            <a:r>
              <a:rPr b="1" lang="en-US" sz="3600" strike="noStrike" u="none">
                <a:solidFill>
                  <a:schemeClr val="dk1"/>
                </a:solidFill>
                <a:effectLst/>
                <a:uFillTx/>
                <a:latin typeface="Times New Roman"/>
              </a:rPr>
              <a:t>Configuration</a:t>
            </a:r>
            <a:r>
              <a:rPr b="1" lang="en-US" sz="4400" strike="noStrike" u="none">
                <a:solidFill>
                  <a:schemeClr val="dk1"/>
                </a:solidFill>
                <a:effectLst/>
                <a:uFillTx/>
                <a:latin typeface="Times New Roman"/>
              </a:rPr>
              <a:t> </a:t>
            </a:r>
            <a:r>
              <a:rPr b="1" lang="en-US" sz="3600" strike="noStrike" u="none">
                <a:solidFill>
                  <a:schemeClr val="dk1"/>
                </a:solidFill>
                <a:effectLst/>
                <a:uFillTx/>
                <a:latin typeface="Times New Roman"/>
              </a:rPr>
              <a:t>Management</a:t>
            </a:r>
            <a:r>
              <a:rPr b="1" lang="en-US" sz="4400" strike="noStrike" u="none">
                <a:solidFill>
                  <a:schemeClr val="dk1"/>
                </a:solidFill>
                <a:effectLst/>
                <a:uFillTx/>
                <a:latin typeface="Times New Roman"/>
              </a:rPr>
              <a:t>…</a:t>
            </a:r>
            <a:br>
              <a:rPr sz="4400"/>
            </a:br>
            <a:endParaRPr b="0" lang="en-US" sz="4400" strike="noStrike" u="none">
              <a:solidFill>
                <a:srgbClr val="000000"/>
              </a:solidFill>
              <a:effectLst/>
              <a:uFillTx/>
              <a:latin typeface="Arial"/>
            </a:endParaRPr>
          </a:p>
        </p:txBody>
      </p:sp>
      <p:sp>
        <p:nvSpPr>
          <p:cNvPr id="103" name="PlaceHolder 2"/>
          <p:cNvSpPr>
            <a:spLocks noGrp="1"/>
          </p:cNvSpPr>
          <p:nvPr>
            <p:ph/>
          </p:nvPr>
        </p:nvSpPr>
        <p:spPr>
          <a:xfrm>
            <a:off x="375840" y="1578240"/>
            <a:ext cx="11815200" cy="5278680"/>
          </a:xfrm>
          <a:prstGeom prst="rect">
            <a:avLst/>
          </a:prstGeom>
          <a:noFill/>
          <a:ln w="0">
            <a:noFill/>
          </a:ln>
        </p:spPr>
        <p:txBody>
          <a:bodyPr lIns="91440" rIns="91440" tIns="45720" bIns="45720" anchor="t">
            <a:normAutofit/>
          </a:bodyPr>
          <a:p>
            <a:pPr marL="228600" indent="-228600" algn="just" defTabSz="914400">
              <a:lnSpc>
                <a:spcPct val="100000"/>
              </a:lnSpc>
              <a:spcBef>
                <a:spcPts val="1001"/>
              </a:spcBef>
              <a:buClr>
                <a:srgbClr val="000000"/>
              </a:buClr>
              <a:buFont typeface="Wingdings" charset="2"/>
              <a:buChar char=""/>
            </a:pPr>
            <a:r>
              <a:rPr b="0" lang="en-US" sz="2200" strike="noStrike" u="none">
                <a:solidFill>
                  <a:schemeClr val="dk1"/>
                </a:solidFill>
                <a:effectLst/>
                <a:uFillTx/>
                <a:latin typeface="Times New Roman"/>
              </a:rPr>
              <a:t>This first aspect of configuration is called traceability.</a:t>
            </a:r>
            <a:endParaRPr b="0" lang="en-US" sz="22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200" strike="noStrike" u="none">
                <a:solidFill>
                  <a:schemeClr val="dk1"/>
                </a:solidFill>
                <a:effectLst/>
                <a:uFillTx/>
                <a:latin typeface="Times New Roman"/>
              </a:rPr>
              <a:t>Another aspect of configuration management is the use of support software to reserve components while the software is being worked on.</a:t>
            </a:r>
            <a:endParaRPr b="0" lang="en-US" sz="22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200" strike="noStrike" u="none">
                <a:solidFill>
                  <a:schemeClr val="dk1"/>
                </a:solidFill>
                <a:effectLst/>
                <a:uFillTx/>
                <a:latin typeface="Times New Roman"/>
              </a:rPr>
              <a:t>This activity ensures that employees cannot change a component without being aware</a:t>
            </a:r>
            <a:br>
              <a:rPr sz="2200"/>
            </a:br>
            <a:r>
              <a:rPr b="0" lang="en-US" sz="2200" strike="noStrike" u="none">
                <a:solidFill>
                  <a:schemeClr val="dk1"/>
                </a:solidFill>
                <a:effectLst/>
                <a:uFillTx/>
                <a:latin typeface="Times New Roman"/>
              </a:rPr>
              <a:t>of changes made by a colleague. </a:t>
            </a:r>
            <a:endParaRPr b="0" lang="en-US" sz="22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Wingdings" charset="2"/>
              <a:buChar char=""/>
            </a:pPr>
            <a:r>
              <a:rPr b="0" lang="en-US" sz="2200" strike="noStrike" u="none">
                <a:solidFill>
                  <a:schemeClr val="dk1"/>
                </a:solidFill>
                <a:effectLst/>
                <a:uFillTx/>
                <a:latin typeface="Times New Roman"/>
              </a:rPr>
              <a:t>Developers and maintainers also make images of software at every critical step using the same tools. </a:t>
            </a:r>
            <a:endParaRPr b="0" lang="en-US" sz="2200" strike="noStrike" u="none">
              <a:solidFill>
                <a:srgbClr val="000000"/>
              </a:solidFill>
              <a:effectLst/>
              <a:uFillTx/>
              <a:latin typeface="Arial"/>
            </a:endParaRPr>
          </a:p>
          <a:p>
            <a:pPr marL="228600" indent="0" algn="just" defTabSz="914400">
              <a:lnSpc>
                <a:spcPct val="100000"/>
              </a:lnSpc>
              <a:spcBef>
                <a:spcPts val="1001"/>
              </a:spcBef>
              <a:buNone/>
              <a:tabLst>
                <a:tab algn="l" pos="0"/>
              </a:tabLst>
            </a:pPr>
            <a:r>
              <a:rPr b="0" lang="en-US" sz="2000" strike="noStrike" u="none">
                <a:solidFill>
                  <a:schemeClr val="dk1"/>
                </a:solidFill>
                <a:effectLst/>
                <a:uFillTx/>
                <a:latin typeface="Calibri"/>
              </a:rPr>
              <a:t> </a:t>
            </a:r>
            <a:br>
              <a:rPr sz="2000"/>
            </a:br>
            <a:r>
              <a:rPr b="0" lang="en-US" sz="2000" strike="noStrike" u="none">
                <a:solidFill>
                  <a:schemeClr val="dk1"/>
                </a:solidFill>
                <a:effectLst/>
                <a:uFillTx/>
                <a:latin typeface="Calibri"/>
              </a:rPr>
              <a:t> </a:t>
            </a:r>
            <a:endParaRPr b="0" lang="en-US" sz="20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363240" y="365040"/>
            <a:ext cx="1182780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Configuration Management…</a:t>
            </a:r>
            <a:br>
              <a:rPr sz="3200"/>
            </a:br>
            <a:endParaRPr b="0" lang="en-US" sz="3200" strike="noStrike" u="none">
              <a:solidFill>
                <a:srgbClr val="000000"/>
              </a:solidFill>
              <a:effectLst/>
              <a:uFillTx/>
              <a:latin typeface="Arial"/>
            </a:endParaRPr>
          </a:p>
        </p:txBody>
      </p:sp>
      <p:sp>
        <p:nvSpPr>
          <p:cNvPr id="105" name="PlaceHolder 2"/>
          <p:cNvSpPr>
            <a:spLocks noGrp="1"/>
          </p:cNvSpPr>
          <p:nvPr>
            <p:ph/>
          </p:nvPr>
        </p:nvSpPr>
        <p:spPr>
          <a:xfrm>
            <a:off x="363240" y="1653480"/>
            <a:ext cx="11827800" cy="520344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2400" strike="noStrike" u="none">
                <a:solidFill>
                  <a:schemeClr val="dk1"/>
                </a:solidFill>
                <a:effectLst/>
                <a:uFillTx/>
                <a:latin typeface="Times New Roman"/>
              </a:rPr>
              <a:t>The fundamental differences between a backup copy and a configuration image are the   following:</a:t>
            </a:r>
            <a:endParaRPr b="0" lang="en-US" sz="2400" strike="noStrike" u="none">
              <a:solidFill>
                <a:srgbClr val="000000"/>
              </a:solidFill>
              <a:effectLst/>
              <a:uFillTx/>
              <a:latin typeface="Arial"/>
            </a:endParaRPr>
          </a:p>
          <a:p>
            <a:pPr lvl="1" marL="685800" indent="-228600" defTabSz="914400">
              <a:lnSpc>
                <a:spcPct val="10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A configuration image contains a great deal of information on individual components. </a:t>
            </a:r>
            <a:endParaRPr b="0" lang="en-US" sz="2400" strike="noStrike" u="none">
              <a:solidFill>
                <a:srgbClr val="000000"/>
              </a:solidFill>
              <a:effectLst/>
              <a:uFillTx/>
              <a:latin typeface="Arial"/>
            </a:endParaRPr>
          </a:p>
          <a:p>
            <a:pPr lvl="1" marL="685800" indent="-228600" defTabSz="914400">
              <a:lnSpc>
                <a:spcPct val="100000"/>
              </a:lnSpc>
              <a:spcBef>
                <a:spcPts val="499"/>
              </a:spcBef>
              <a:buClr>
                <a:srgbClr val="000000"/>
              </a:buClr>
              <a:buFont typeface="Wingdings" charset="2"/>
              <a:buChar char=""/>
              <a:tabLst>
                <a:tab algn="l" pos="0"/>
              </a:tabLst>
            </a:pPr>
            <a:r>
              <a:rPr b="0" lang="en-US" sz="2400" strike="noStrike" u="none">
                <a:solidFill>
                  <a:schemeClr val="dk1"/>
                </a:solidFill>
                <a:effectLst/>
                <a:uFillTx/>
                <a:latin typeface="Times New Roman"/>
              </a:rPr>
              <a:t>All employees have access to configuration images and can extract reports from them.</a:t>
            </a:r>
            <a:endParaRPr b="0" lang="en-US" sz="2400" strike="noStrike" u="none">
              <a:solidFill>
                <a:srgbClr val="000000"/>
              </a:solidFill>
              <a:effectLst/>
              <a:uFillTx/>
              <a:latin typeface="Arial"/>
            </a:endParaRPr>
          </a:p>
          <a:p>
            <a:pPr lvl="1" marL="685800" indent="-228600" defTabSz="914400">
              <a:lnSpc>
                <a:spcPct val="10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ea typeface="Noto Sans CJK SC"/>
              </a:rPr>
              <a:t>The configuration image is used during a change.</a:t>
            </a:r>
            <a:endParaRPr b="0" lang="en-US" sz="2400" strike="noStrike" u="none">
              <a:solidFill>
                <a:srgbClr val="000000"/>
              </a:solidFill>
              <a:effectLst/>
              <a:uFillTx/>
              <a:latin typeface="Arial"/>
            </a:endParaRPr>
          </a:p>
          <a:p>
            <a:pPr lvl="1" marL="685800" indent="-228600" defTabSz="914400">
              <a:lnSpc>
                <a:spcPct val="10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ea typeface="Noto Sans CJK SC"/>
              </a:rPr>
              <a:t>To maintain a snapshot of the system’s configuration— describing how all components fit together at a given point.</a:t>
            </a:r>
            <a:endParaRPr b="0" lang="en-US" sz="2400" strike="noStrike" u="none">
              <a:solidFill>
                <a:srgbClr val="000000"/>
              </a:solidFill>
              <a:effectLst/>
              <a:uFillTx/>
              <a:latin typeface="Arial"/>
            </a:endParaRPr>
          </a:p>
          <a:p>
            <a:pPr lvl="1" marL="685800" indent="-228600" defTabSz="914400">
              <a:lnSpc>
                <a:spcPct val="100000"/>
              </a:lnSpc>
              <a:spcBef>
                <a:spcPts val="1191"/>
              </a:spcBef>
              <a:spcAft>
                <a:spcPts val="992"/>
              </a:spcAft>
              <a:buClr>
                <a:srgbClr val="000000"/>
              </a:buClr>
              <a:buFont typeface="Wingdings" charset="2"/>
              <a:buChar char=""/>
              <a:tabLst>
                <a:tab algn="l" pos="0"/>
              </a:tabLst>
            </a:pPr>
            <a:r>
              <a:rPr b="0" lang="en-US" sz="2400" strike="noStrike" u="none">
                <a:solidFill>
                  <a:schemeClr val="dk1"/>
                </a:solidFill>
                <a:effectLst/>
                <a:uFillTx/>
                <a:latin typeface="Times New Roman"/>
                <a:ea typeface="Noto Sans CJK SC"/>
              </a:rPr>
              <a:t>Backup copy Focuses mainly on source code, databases, and essential files</a:t>
            </a:r>
            <a:endParaRPr b="0" lang="en-US" sz="2400" strike="noStrike" u="none">
              <a:solidFill>
                <a:srgbClr val="000000"/>
              </a:solidFill>
              <a:effectLst/>
              <a:uFillTx/>
              <a:latin typeface="Arial"/>
            </a:endParaRPr>
          </a:p>
          <a:p>
            <a:pPr marL="685800" indent="0" defTabSz="914400">
              <a:lnSpc>
                <a:spcPct val="100000"/>
              </a:lnSpc>
              <a:spcBef>
                <a:spcPts val="1191"/>
              </a:spcBef>
              <a:spcAft>
                <a:spcPts val="992"/>
              </a:spcAft>
              <a:buNone/>
              <a:tabLst>
                <a:tab algn="l" pos="0"/>
              </a:tabLst>
            </a:pPr>
            <a:br>
              <a:rPr sz="2400"/>
            </a:br>
            <a:br>
              <a:rPr sz="2000"/>
            </a:br>
            <a:r>
              <a:rPr b="0" lang="en-US" sz="2000" strike="noStrike" u="none">
                <a:solidFill>
                  <a:schemeClr val="dk1"/>
                </a:solidFill>
                <a:effectLst/>
                <a:uFillTx/>
                <a:latin typeface="Times New Roman"/>
                <a:ea typeface="Noto Sans CJK SC"/>
              </a:rPr>
              <a:t> </a:t>
            </a:r>
            <a:endParaRPr b="0" lang="en-US" sz="20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56760" y="365040"/>
            <a:ext cx="11833920" cy="736920"/>
          </a:xfrm>
          <a:prstGeom prst="rect">
            <a:avLst/>
          </a:prstGeom>
          <a:noFill/>
          <a:ln w="0">
            <a:noFill/>
          </a:ln>
        </p:spPr>
        <p:txBody>
          <a:bodyPr lIns="91440" rIns="91440" tIns="45720" bIns="45720" anchor="ctr">
            <a:normAutofit/>
          </a:bodyPr>
          <a:p>
            <a:pPr indent="0" algn="ctr" defTabSz="914400">
              <a:lnSpc>
                <a:spcPct val="90000"/>
              </a:lnSpc>
              <a:buNone/>
              <a:tabLst>
                <a:tab algn="l" pos="0"/>
              </a:tabLst>
            </a:pPr>
            <a:r>
              <a:rPr b="1" lang="en-US" sz="3600" strike="noStrike" u="none">
                <a:solidFill>
                  <a:schemeClr val="dk1"/>
                </a:solidFill>
                <a:effectLst/>
                <a:uFillTx/>
                <a:latin typeface="Times New Roman"/>
              </a:rPr>
              <a:t>Problem Management</a:t>
            </a:r>
            <a:endParaRPr b="0" lang="en-US" sz="3600" strike="noStrike" u="none">
              <a:solidFill>
                <a:srgbClr val="000000"/>
              </a:solidFill>
              <a:effectLst/>
              <a:uFillTx/>
              <a:latin typeface="Arial"/>
            </a:endParaRPr>
          </a:p>
        </p:txBody>
      </p:sp>
      <p:sp>
        <p:nvSpPr>
          <p:cNvPr id="107" name="PlaceHolder 2"/>
          <p:cNvSpPr>
            <a:spLocks noGrp="1"/>
          </p:cNvSpPr>
          <p:nvPr>
            <p:ph/>
          </p:nvPr>
        </p:nvSpPr>
        <p:spPr>
          <a:xfrm>
            <a:off x="356760" y="1607040"/>
            <a:ext cx="11833920" cy="5249880"/>
          </a:xfrm>
          <a:prstGeom prst="rect">
            <a:avLst/>
          </a:prstGeom>
          <a:noFill/>
          <a:ln w="0">
            <a:noFill/>
          </a:ln>
        </p:spPr>
        <p:txBody>
          <a:bodyPr lIns="91440" rIns="91440" tIns="45720" bIns="45720" anchor="t">
            <a:normAutofit fontScale="92500" lnSpcReduction="19999"/>
          </a:bodyPr>
          <a:p>
            <a:pPr marL="228600" indent="-228600" defTabSz="914400">
              <a:lnSpc>
                <a:spcPct val="100000"/>
              </a:lnSpc>
              <a:spcBef>
                <a:spcPts val="1001"/>
              </a:spcBef>
              <a:buClr>
                <a:srgbClr val="000000"/>
              </a:buClr>
              <a:buFont typeface="Wingdings" charset="2"/>
              <a:buChar char=""/>
            </a:pPr>
            <a:r>
              <a:rPr b="0" lang="en-US" sz="3200" strike="noStrike" u="none">
                <a:solidFill>
                  <a:schemeClr val="dk1"/>
                </a:solidFill>
                <a:effectLst/>
                <a:uFillTx/>
                <a:latin typeface="Times New Roman"/>
              </a:rPr>
              <a:t>A mechanized problem reporting process is used that ensures efficient communications for quick resolution of failures and other support requests.</a:t>
            </a:r>
            <a:endParaRPr b="0" lang="en-US" sz="3200" strike="noStrike" u="none">
              <a:solidFill>
                <a:srgbClr val="000000"/>
              </a:solidFill>
              <a:effectLst/>
              <a:uFillTx/>
              <a:latin typeface="Arial"/>
            </a:endParaRPr>
          </a:p>
          <a:p>
            <a:pPr marL="228600" indent="-228600" defTabSz="914400">
              <a:lnSpc>
                <a:spcPct val="100000"/>
              </a:lnSpc>
              <a:spcBef>
                <a:spcPts val="1001"/>
              </a:spcBef>
              <a:buClr>
                <a:srgbClr val="000000"/>
              </a:buClr>
              <a:buFont typeface="Wingdings" charset="2"/>
              <a:buChar char=""/>
            </a:pPr>
            <a:r>
              <a:rPr b="0" lang="en-US" sz="3200" strike="noStrike" u="none">
                <a:solidFill>
                  <a:schemeClr val="dk1"/>
                </a:solidFill>
                <a:effectLst/>
                <a:uFillTx/>
                <a:latin typeface="Times New Roman"/>
              </a:rPr>
              <a:t>A specific user request, sometimes called a "ticket," will typically circulate between the help desk, software maintenance, and operations in order to isolate a problem. </a:t>
            </a:r>
            <a:endParaRPr b="0" lang="en-US" sz="32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pPr>
            <a:r>
              <a:rPr b="0" lang="en-US" sz="2900" strike="noStrike" u="none">
                <a:solidFill>
                  <a:schemeClr val="dk1"/>
                </a:solidFill>
                <a:effectLst/>
                <a:uFillTx/>
                <a:latin typeface="Times New Roman"/>
              </a:rPr>
              <a:t>The IT department provides a large number of IT services to its customers, which are mainly departments from the sibling organization. </a:t>
            </a:r>
            <a:endParaRPr b="0" lang="en-US" sz="29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pPr>
            <a:r>
              <a:rPr b="0" lang="en-US" sz="2900" strike="noStrike" u="none">
                <a:solidFill>
                  <a:schemeClr val="dk1"/>
                </a:solidFill>
                <a:effectLst/>
                <a:uFillTx/>
                <a:latin typeface="Times New Roman"/>
              </a:rPr>
              <a:t>To manage the communication with customers regarding those services, the department has implemented helpdesk management and problem management processes. </a:t>
            </a:r>
            <a:endParaRPr b="0" lang="en-US" sz="2900" strike="noStrike" u="none">
              <a:solidFill>
                <a:srgbClr val="000000"/>
              </a:solidFill>
              <a:effectLst/>
              <a:uFillTx/>
              <a:latin typeface="Arial"/>
            </a:endParaRPr>
          </a:p>
          <a:p>
            <a:pPr indent="0" algn="just" defTabSz="914400">
              <a:lnSpc>
                <a:spcPct val="120000"/>
              </a:lnSpc>
              <a:spcBef>
                <a:spcPts val="1001"/>
              </a:spcBef>
              <a:buNone/>
              <a:tabLst>
                <a:tab algn="l" pos="0"/>
              </a:tabLst>
            </a:pPr>
            <a:r>
              <a:rPr b="0" lang="en-US" sz="2900" strike="noStrike" u="none">
                <a:solidFill>
                  <a:schemeClr val="dk1"/>
                </a:solidFill>
                <a:effectLst/>
                <a:uFillTx/>
                <a:latin typeface="Times New Roman"/>
              </a:rPr>
              <a:t> </a:t>
            </a:r>
            <a:endParaRPr b="0" lang="en-US" sz="29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88440" y="365040"/>
            <a:ext cx="11802600" cy="7369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3200" strike="noStrike" u="none">
                <a:solidFill>
                  <a:schemeClr val="dk1"/>
                </a:solidFill>
                <a:effectLst/>
                <a:uFillTx/>
                <a:latin typeface="Times New Roman"/>
              </a:rPr>
              <a:t>Problem Management…</a:t>
            </a:r>
            <a:endParaRPr b="0" lang="en-US" sz="3200" strike="noStrike" u="none">
              <a:solidFill>
                <a:srgbClr val="000000"/>
              </a:solidFill>
              <a:effectLst/>
              <a:uFillTx/>
              <a:latin typeface="Arial"/>
            </a:endParaRPr>
          </a:p>
        </p:txBody>
      </p:sp>
      <p:sp>
        <p:nvSpPr>
          <p:cNvPr id="109" name="PlaceHolder 2"/>
          <p:cNvSpPr>
            <a:spLocks noGrp="1"/>
          </p:cNvSpPr>
          <p:nvPr>
            <p:ph/>
          </p:nvPr>
        </p:nvSpPr>
        <p:spPr>
          <a:xfrm>
            <a:off x="388440" y="1603440"/>
            <a:ext cx="11802600" cy="5253480"/>
          </a:xfrm>
          <a:prstGeom prst="rect">
            <a:avLst/>
          </a:prstGeom>
          <a:noFill/>
          <a:ln w="0">
            <a:noFill/>
          </a:ln>
        </p:spPr>
        <p:txBody>
          <a:bodyPr lIns="91440" rIns="91440" tIns="45720" bIns="45720" anchor="t">
            <a:normAutofit/>
          </a:bodyPr>
          <a:p>
            <a:pPr marL="228600" indent="-228600" algn="just" defTabSz="914400">
              <a:lnSpc>
                <a:spcPct val="120000"/>
              </a:lnSpc>
              <a:spcBef>
                <a:spcPts val="1001"/>
              </a:spcBef>
              <a:buClr>
                <a:srgbClr val="000000"/>
              </a:buClr>
              <a:buFont typeface="Wingdings" charset="2"/>
              <a:buChar char=""/>
            </a:pPr>
            <a:r>
              <a:rPr b="0" lang="en-US" sz="2400" strike="noStrike" u="none">
                <a:solidFill>
                  <a:schemeClr val="dk1"/>
                </a:solidFill>
                <a:effectLst/>
                <a:uFillTx/>
                <a:latin typeface="Times New Roman"/>
              </a:rPr>
              <a:t>The implementation of these processes has been based on the Information Technology Infrastructure Library (ITIL). </a:t>
            </a:r>
            <a:endParaRPr b="0" lang="en-US" sz="24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pPr>
            <a:r>
              <a:rPr b="0" lang="en-US" sz="2400" strike="noStrike" u="none">
                <a:solidFill>
                  <a:schemeClr val="dk1"/>
                </a:solidFill>
                <a:effectLst/>
                <a:uFillTx/>
                <a:latin typeface="Times New Roman"/>
              </a:rPr>
              <a:t>The ITIL process Helpdesk Management is used to guarantee the continuity of services, while the ITIL process Problem Management is used to improve the level of service in the future. </a:t>
            </a:r>
            <a:endParaRPr b="0" lang="en-US" sz="24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Wingdings" charset="2"/>
              <a:buChar char=""/>
            </a:pPr>
            <a:r>
              <a:rPr b="1" lang="en-US" sz="2400" strike="noStrike" u="none">
                <a:solidFill>
                  <a:schemeClr val="dk1"/>
                </a:solidFill>
                <a:effectLst/>
                <a:uFillTx/>
                <a:latin typeface="Times New Roman"/>
              </a:rPr>
              <a:t>Helpdesk</a:t>
            </a:r>
            <a:r>
              <a:rPr b="0" lang="en-US" sz="2400" strike="noStrike" u="none">
                <a:solidFill>
                  <a:schemeClr val="dk1"/>
                </a:solidFill>
                <a:effectLst/>
                <a:uFillTx/>
                <a:latin typeface="Times New Roman"/>
              </a:rPr>
              <a:t> </a:t>
            </a:r>
            <a:r>
              <a:rPr b="1" lang="en-US" sz="2400" strike="noStrike" u="none">
                <a:solidFill>
                  <a:schemeClr val="dk1"/>
                </a:solidFill>
                <a:effectLst/>
                <a:uFillTx/>
                <a:latin typeface="Times New Roman"/>
              </a:rPr>
              <a:t>Management</a:t>
            </a:r>
            <a:r>
              <a:rPr b="0" lang="en-US" sz="2400" strike="noStrike" u="none">
                <a:solidFill>
                  <a:schemeClr val="dk1"/>
                </a:solidFill>
                <a:effectLst/>
                <a:uFillTx/>
                <a:latin typeface="Times New Roman"/>
              </a:rPr>
              <a:t> deals with </a:t>
            </a:r>
            <a:r>
              <a:rPr b="0" i="1" lang="en-US" sz="2400" strike="noStrike" u="none">
                <a:solidFill>
                  <a:schemeClr val="dk1"/>
                </a:solidFill>
                <a:effectLst/>
                <a:uFillTx/>
                <a:latin typeface="Times New Roman"/>
              </a:rPr>
              <a:t>incidents</a:t>
            </a:r>
            <a:r>
              <a:rPr b="0" lang="en-US" sz="2400" strike="noStrike" u="none">
                <a:solidFill>
                  <a:schemeClr val="dk1"/>
                </a:solidFill>
                <a:effectLst/>
                <a:uFillTx/>
                <a:latin typeface="Times New Roman"/>
              </a:rPr>
              <a:t>, whereas </a:t>
            </a:r>
            <a:r>
              <a:rPr b="1" lang="en-US" sz="2400" strike="noStrike" u="none">
                <a:solidFill>
                  <a:schemeClr val="dk1"/>
                </a:solidFill>
                <a:effectLst/>
                <a:uFillTx/>
                <a:latin typeface="Times New Roman"/>
              </a:rPr>
              <a:t>Problem</a:t>
            </a:r>
            <a:r>
              <a:rPr b="0" lang="en-US" sz="2400" strike="noStrike" u="none">
                <a:solidFill>
                  <a:schemeClr val="dk1"/>
                </a:solidFill>
                <a:effectLst/>
                <a:uFillTx/>
                <a:latin typeface="Times New Roman"/>
              </a:rPr>
              <a:t> </a:t>
            </a:r>
            <a:r>
              <a:rPr b="1" lang="en-US" sz="2400" strike="noStrike" u="none">
                <a:solidFill>
                  <a:schemeClr val="dk1"/>
                </a:solidFill>
                <a:effectLst/>
                <a:uFillTx/>
                <a:latin typeface="Times New Roman"/>
              </a:rPr>
              <a:t>Management</a:t>
            </a:r>
            <a:r>
              <a:rPr b="0" lang="en-US" sz="2400" strike="noStrike" u="none">
                <a:solidFill>
                  <a:schemeClr val="dk1"/>
                </a:solidFill>
                <a:effectLst/>
                <a:uFillTx/>
                <a:latin typeface="Times New Roman"/>
              </a:rPr>
              <a:t> is concerned with solving the </a:t>
            </a:r>
            <a:r>
              <a:rPr b="0" i="1" lang="en-US" sz="2400" strike="noStrike" u="none">
                <a:solidFill>
                  <a:schemeClr val="dk1"/>
                </a:solidFill>
                <a:effectLst/>
                <a:uFillTx/>
                <a:latin typeface="Times New Roman"/>
              </a:rPr>
              <a:t>problems </a:t>
            </a:r>
            <a:r>
              <a:rPr b="0" lang="en-US" sz="2400" strike="noStrike" u="none">
                <a:solidFill>
                  <a:schemeClr val="dk1"/>
                </a:solidFill>
                <a:effectLst/>
                <a:uFillTx/>
                <a:latin typeface="Times New Roman"/>
              </a:rPr>
              <a:t>that cause these incidents.</a:t>
            </a: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375840" y="365040"/>
            <a:ext cx="11815200" cy="7369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3200" strike="noStrike" u="none">
                <a:solidFill>
                  <a:schemeClr val="dk1"/>
                </a:solidFill>
                <a:effectLst/>
                <a:uFillTx/>
                <a:latin typeface="Times New Roman"/>
              </a:rPr>
              <a:t>Problem Management Process…</a:t>
            </a:r>
            <a:endParaRPr b="0" lang="en-US" sz="3200" strike="noStrike" u="none">
              <a:solidFill>
                <a:srgbClr val="000000"/>
              </a:solidFill>
              <a:effectLst/>
              <a:uFillTx/>
              <a:latin typeface="Arial"/>
            </a:endParaRPr>
          </a:p>
        </p:txBody>
      </p:sp>
      <p:sp>
        <p:nvSpPr>
          <p:cNvPr id="111" name="PlaceHolder 2"/>
          <p:cNvSpPr>
            <a:spLocks noGrp="1"/>
          </p:cNvSpPr>
          <p:nvPr>
            <p:ph/>
          </p:nvPr>
        </p:nvSpPr>
        <p:spPr>
          <a:xfrm>
            <a:off x="375840" y="1603440"/>
            <a:ext cx="11815200" cy="5253480"/>
          </a:xfrm>
          <a:prstGeom prst="rect">
            <a:avLst/>
          </a:prstGeom>
          <a:noFill/>
          <a:ln w="0">
            <a:noFill/>
          </a:ln>
        </p:spPr>
        <p:txBody>
          <a:bodyPr lIns="91440" rIns="91440" tIns="45720" bIns="45720" anchor="t">
            <a:noAutofit/>
          </a:bodyPr>
          <a:p>
            <a:pPr marL="457200" indent="-457200" algn="just" defTabSz="914400">
              <a:lnSpc>
                <a:spcPct val="150000"/>
              </a:lnSpc>
              <a:spcBef>
                <a:spcPts val="1001"/>
              </a:spcBef>
              <a:buClr>
                <a:srgbClr val="000000"/>
              </a:buClr>
              <a:buFont typeface="Calibri Light"/>
              <a:buAutoNum type="arabicPeriod" startAt="4"/>
            </a:pPr>
            <a:r>
              <a:rPr b="1" lang="en-US" sz="2000" strike="noStrike" u="none">
                <a:solidFill>
                  <a:schemeClr val="dk1"/>
                </a:solidFill>
                <a:effectLst/>
                <a:uFillTx/>
                <a:latin typeface="Times New Roman"/>
              </a:rPr>
              <a:t>P</a:t>
            </a:r>
            <a:r>
              <a:rPr b="1" lang="en-US" sz="2000" strike="noStrike" u="none">
                <a:solidFill>
                  <a:schemeClr val="dk1"/>
                </a:solidFill>
                <a:effectLst/>
                <a:uFillTx/>
                <a:latin typeface="Calibri"/>
              </a:rPr>
              <a:t>rioritize the problem</a:t>
            </a:r>
            <a:r>
              <a:rPr b="1" lang="en-US" sz="2000" strike="noStrike" u="none">
                <a:solidFill>
                  <a:schemeClr val="dk1"/>
                </a:solidFill>
                <a:effectLst/>
                <a:uFillTx/>
                <a:latin typeface="Times New Roman"/>
              </a:rPr>
              <a:t>:</a:t>
            </a:r>
            <a:r>
              <a:rPr b="0" lang="en-US" sz="2000" strike="noStrike" u="none">
                <a:solidFill>
                  <a:schemeClr val="dk1"/>
                </a:solidFill>
                <a:effectLst/>
                <a:uFillTx/>
                <a:latin typeface="Times New Roman"/>
              </a:rPr>
              <a:t> </a:t>
            </a:r>
            <a:r>
              <a:rPr b="0" lang="en-US" sz="2000" strike="noStrike" u="none">
                <a:solidFill>
                  <a:schemeClr val="dk1"/>
                </a:solidFill>
                <a:effectLst/>
                <a:uFillTx/>
                <a:latin typeface="Calibri"/>
              </a:rPr>
              <a:t>is determined by its impact on users and on the business and its urgency. Urgency is how quickly the organization requires a resolution to the problem.</a:t>
            </a:r>
            <a:endParaRPr b="0" lang="en-US" sz="2000" strike="noStrike" u="none">
              <a:solidFill>
                <a:srgbClr val="000000"/>
              </a:solidFill>
              <a:effectLst/>
              <a:uFillTx/>
              <a:latin typeface="Arial"/>
            </a:endParaRPr>
          </a:p>
          <a:p>
            <a:pPr marL="457200" indent="-457200" algn="just" defTabSz="914400">
              <a:lnSpc>
                <a:spcPct val="150000"/>
              </a:lnSpc>
              <a:spcBef>
                <a:spcPts val="1001"/>
              </a:spcBef>
              <a:buClr>
                <a:srgbClr val="000000"/>
              </a:buClr>
              <a:buFont typeface="Calibri Light"/>
              <a:buAutoNum type="arabicPeriod" startAt="4"/>
            </a:pPr>
            <a:r>
              <a:rPr b="1" lang="en-US" sz="2000" strike="noStrike" u="none">
                <a:solidFill>
                  <a:schemeClr val="dk1"/>
                </a:solidFill>
                <a:effectLst/>
                <a:uFillTx/>
                <a:latin typeface="Times New Roman"/>
              </a:rPr>
              <a:t>I</a:t>
            </a:r>
            <a:r>
              <a:rPr b="1" lang="en-US" sz="2000" strike="noStrike" u="none">
                <a:solidFill>
                  <a:schemeClr val="dk1"/>
                </a:solidFill>
                <a:effectLst/>
                <a:uFillTx/>
                <a:latin typeface="Calibri"/>
              </a:rPr>
              <a:t>nvestigating and diagnosing the problem</a:t>
            </a:r>
            <a:r>
              <a:rPr b="1" lang="en-US" sz="2000" strike="noStrike" u="none">
                <a:solidFill>
                  <a:schemeClr val="dk1"/>
                </a:solidFill>
                <a:effectLst/>
                <a:uFillTx/>
                <a:latin typeface="Times New Roman"/>
              </a:rPr>
              <a:t>:</a:t>
            </a:r>
            <a:r>
              <a:rPr b="0" lang="en-US" sz="2000" strike="noStrike" u="none">
                <a:solidFill>
                  <a:schemeClr val="dk1"/>
                </a:solidFill>
                <a:effectLst/>
                <a:uFillTx/>
                <a:latin typeface="Times New Roman"/>
              </a:rPr>
              <a:t> involves analyzing the incidents that lead to the problem report as well as further testing that may not be possible at the service desk level, such as advanced log analysis.</a:t>
            </a:r>
            <a:endParaRPr b="0" lang="en-US" sz="2000" strike="noStrike" u="none">
              <a:solidFill>
                <a:srgbClr val="000000"/>
              </a:solidFill>
              <a:effectLst/>
              <a:uFillTx/>
              <a:latin typeface="Arial"/>
            </a:endParaRPr>
          </a:p>
          <a:p>
            <a:pPr marL="457200" indent="-457200" algn="just" defTabSz="914400">
              <a:lnSpc>
                <a:spcPct val="150000"/>
              </a:lnSpc>
              <a:spcBef>
                <a:spcPts val="1001"/>
              </a:spcBef>
              <a:buClr>
                <a:srgbClr val="000000"/>
              </a:buClr>
              <a:buFont typeface="Calibri Light"/>
              <a:buAutoNum type="arabicPeriod" startAt="4"/>
            </a:pPr>
            <a:r>
              <a:rPr b="1" lang="en-US" sz="2000" strike="noStrike" u="none">
                <a:solidFill>
                  <a:schemeClr val="dk1"/>
                </a:solidFill>
                <a:effectLst/>
                <a:uFillTx/>
                <a:latin typeface="Times New Roman"/>
              </a:rPr>
              <a:t>I</a:t>
            </a:r>
            <a:r>
              <a:rPr b="1" lang="en-US" sz="2000" strike="noStrike" u="none">
                <a:solidFill>
                  <a:schemeClr val="dk1"/>
                </a:solidFill>
                <a:effectLst/>
                <a:uFillTx/>
                <a:latin typeface="Calibri"/>
              </a:rPr>
              <a:t>dentify a workaround for the problem</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A workaround enables the service desk to restore services to users while the problem is being resolved. A problem can take anywhere from an hour to months to resolve, therefore a workaround is vital.</a:t>
            </a:r>
            <a:endParaRPr b="0" lang="en-US" sz="20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50640" y="365040"/>
            <a:ext cx="11840040" cy="7369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3200" strike="noStrike" u="none">
                <a:solidFill>
                  <a:schemeClr val="dk1"/>
                </a:solidFill>
                <a:effectLst/>
                <a:uFillTx/>
                <a:latin typeface="Times New Roman"/>
              </a:rPr>
              <a:t>Problem Management Process…</a:t>
            </a:r>
            <a:endParaRPr b="0" lang="en-US" sz="3200" strike="noStrike" u="none">
              <a:solidFill>
                <a:srgbClr val="000000"/>
              </a:solidFill>
              <a:effectLst/>
              <a:uFillTx/>
              <a:latin typeface="Arial"/>
            </a:endParaRPr>
          </a:p>
        </p:txBody>
      </p:sp>
      <p:sp>
        <p:nvSpPr>
          <p:cNvPr id="113" name="PlaceHolder 2"/>
          <p:cNvSpPr>
            <a:spLocks noGrp="1"/>
          </p:cNvSpPr>
          <p:nvPr>
            <p:ph/>
          </p:nvPr>
        </p:nvSpPr>
        <p:spPr>
          <a:xfrm>
            <a:off x="350640" y="1603440"/>
            <a:ext cx="11840040" cy="5253480"/>
          </a:xfrm>
          <a:prstGeom prst="rect">
            <a:avLst/>
          </a:prstGeom>
          <a:noFill/>
          <a:ln w="0">
            <a:noFill/>
          </a:ln>
        </p:spPr>
        <p:txBody>
          <a:bodyPr lIns="91440" rIns="91440" tIns="45720" bIns="45720" anchor="t">
            <a:normAutofit/>
          </a:bodyPr>
          <a:p>
            <a:pPr marL="457200" indent="-457200" algn="just" defTabSz="914400">
              <a:lnSpc>
                <a:spcPct val="110000"/>
              </a:lnSpc>
              <a:spcBef>
                <a:spcPts val="1001"/>
              </a:spcBef>
              <a:buClr>
                <a:srgbClr val="000000"/>
              </a:buClr>
              <a:buFont typeface="Calibri Light"/>
              <a:buAutoNum type="arabicPeriod" startAt="7"/>
            </a:pPr>
            <a:r>
              <a:rPr b="1" lang="en-US" sz="2000" strike="noStrike" u="none">
                <a:solidFill>
                  <a:schemeClr val="dk1"/>
                </a:solidFill>
                <a:effectLst/>
                <a:uFillTx/>
                <a:latin typeface="Times New Roman"/>
              </a:rPr>
              <a:t>R</a:t>
            </a:r>
            <a:r>
              <a:rPr b="1" lang="en-US" sz="2000" strike="noStrike" u="none">
                <a:solidFill>
                  <a:schemeClr val="dk1"/>
                </a:solidFill>
                <a:effectLst/>
                <a:uFillTx/>
                <a:latin typeface="Calibri"/>
              </a:rPr>
              <a:t>aise a known error record</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It’s good practice to record a known error in both an incident knowledge base and what ITIL calls a known error database (KEDB). Documenting the workaround allows the service desk to resolve incidents quickly and avoid further problems being raised on the same issue.</a:t>
            </a:r>
            <a:endParaRPr b="0" lang="en-US" sz="2000" strike="noStrike" u="none">
              <a:solidFill>
                <a:srgbClr val="000000"/>
              </a:solidFill>
              <a:effectLst/>
              <a:uFillTx/>
              <a:latin typeface="Arial"/>
            </a:endParaRPr>
          </a:p>
          <a:p>
            <a:pPr marL="514440" indent="-514440" algn="just" defTabSz="914400">
              <a:lnSpc>
                <a:spcPct val="110000"/>
              </a:lnSpc>
              <a:spcBef>
                <a:spcPts val="1001"/>
              </a:spcBef>
              <a:buClr>
                <a:srgbClr val="000000"/>
              </a:buClr>
              <a:buFont typeface="Calibri Light"/>
              <a:buAutoNum type="arabicPeriod" startAt="7"/>
            </a:pPr>
            <a:r>
              <a:rPr b="1" lang="en-US" sz="2000" strike="noStrike" u="none">
                <a:solidFill>
                  <a:schemeClr val="dk1"/>
                </a:solidFill>
                <a:effectLst/>
                <a:uFillTx/>
                <a:latin typeface="Times New Roman"/>
              </a:rPr>
              <a:t>R</a:t>
            </a:r>
            <a:r>
              <a:rPr b="1" lang="en-US" sz="2000" strike="noStrike" u="none">
                <a:solidFill>
                  <a:schemeClr val="dk1"/>
                </a:solidFill>
                <a:effectLst/>
                <a:uFillTx/>
                <a:latin typeface="Calibri"/>
              </a:rPr>
              <a:t>esolve the problem</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Resolution resolves the underlying cause of a set of incidents and prevents those incidents from recurring. Some resolutions may require the change management board, as they may affect service levels.</a:t>
            </a:r>
            <a:endParaRPr b="0" lang="en-US" sz="2000" strike="noStrike" u="none">
              <a:solidFill>
                <a:srgbClr val="000000"/>
              </a:solidFill>
              <a:effectLst/>
              <a:uFillTx/>
              <a:latin typeface="Arial"/>
            </a:endParaRPr>
          </a:p>
          <a:p>
            <a:pPr marL="514440" indent="-514440" algn="just" defTabSz="914400">
              <a:lnSpc>
                <a:spcPct val="110000"/>
              </a:lnSpc>
              <a:spcBef>
                <a:spcPts val="1001"/>
              </a:spcBef>
              <a:buClr>
                <a:srgbClr val="000000"/>
              </a:buClr>
              <a:buFont typeface="Calibri Light"/>
              <a:buAutoNum type="arabicPeriod" startAt="7"/>
            </a:pPr>
            <a:r>
              <a:rPr b="1" lang="en-US" sz="2000" strike="noStrike" u="none">
                <a:solidFill>
                  <a:schemeClr val="dk1"/>
                </a:solidFill>
                <a:effectLst/>
                <a:uFillTx/>
                <a:latin typeface="Times New Roman"/>
              </a:rPr>
              <a:t>C</a:t>
            </a:r>
            <a:r>
              <a:rPr b="1" lang="en-US" sz="2000" strike="noStrike" u="none">
                <a:solidFill>
                  <a:schemeClr val="dk1"/>
                </a:solidFill>
                <a:effectLst/>
                <a:uFillTx/>
                <a:latin typeface="Calibri"/>
              </a:rPr>
              <a:t>lose the problem</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This step should only occur after the problem has been raised, categorized, prioritized, identified, diagnosed, and resolved.</a:t>
            </a:r>
            <a:endParaRPr b="0" lang="en-US" sz="2000" strike="noStrike" u="none">
              <a:solidFill>
                <a:srgbClr val="000000"/>
              </a:solidFill>
              <a:effectLst/>
              <a:uFillTx/>
              <a:latin typeface="Arial"/>
            </a:endParaRPr>
          </a:p>
          <a:p>
            <a:pPr marL="514440" indent="-514440" algn="just" defTabSz="914400">
              <a:lnSpc>
                <a:spcPct val="110000"/>
              </a:lnSpc>
              <a:spcBef>
                <a:spcPts val="1001"/>
              </a:spcBef>
              <a:buClr>
                <a:srgbClr val="000000"/>
              </a:buClr>
              <a:buFont typeface="Calibri Light"/>
              <a:buAutoNum type="arabicPeriod" startAt="7"/>
            </a:pPr>
            <a:r>
              <a:rPr b="1" lang="en-US" sz="2000" strike="noStrike" u="none">
                <a:solidFill>
                  <a:schemeClr val="dk1"/>
                </a:solidFill>
                <a:effectLst/>
                <a:uFillTx/>
                <a:latin typeface="Times New Roman"/>
              </a:rPr>
              <a:t>R</a:t>
            </a:r>
            <a:r>
              <a:rPr b="1" lang="en-US" sz="2000" strike="noStrike" u="none">
                <a:solidFill>
                  <a:schemeClr val="dk1"/>
                </a:solidFill>
                <a:effectLst/>
                <a:uFillTx/>
                <a:latin typeface="Calibri"/>
              </a:rPr>
              <a:t>eview the problem</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During the review, the problem management team evaluates the problem documentation and identifies what happened and why. </a:t>
            </a:r>
            <a:endParaRPr b="0" lang="en-US" sz="20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pPr>
            <a:r>
              <a:rPr b="0" lang="en-US" sz="2000" strike="noStrike" u="none">
                <a:solidFill>
                  <a:schemeClr val="dk1"/>
                </a:solidFill>
                <a:effectLst/>
                <a:uFillTx/>
                <a:latin typeface="Times New Roman"/>
              </a:rPr>
              <a:t>Lessons learned, such as process bottlenecks, what went wrong, and what helped should be discussed.</a:t>
            </a:r>
            <a:endParaRPr b="0" lang="en-US" sz="20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345600" y="365040"/>
            <a:ext cx="11845080" cy="736920"/>
          </a:xfrm>
          <a:prstGeom prst="rect">
            <a:avLst/>
          </a:prstGeom>
          <a:noFill/>
          <a:ln w="0">
            <a:noFill/>
          </a:ln>
        </p:spPr>
        <p:txBody>
          <a:bodyPr lIns="91440" rIns="91440" tIns="45720" bIns="45720" anchor="ctr">
            <a:noAutofit/>
          </a:bodyPr>
          <a:p>
            <a:pPr indent="0" algn="ctr" defTabSz="914400">
              <a:lnSpc>
                <a:spcPct val="90000"/>
              </a:lnSpc>
              <a:buNone/>
              <a:tabLst>
                <a:tab algn="l" pos="0"/>
              </a:tabLst>
            </a:pPr>
            <a:br>
              <a:rPr sz="3600"/>
            </a:br>
            <a:r>
              <a:rPr b="1" lang="en-US" sz="3600" strike="noStrike" u="none">
                <a:solidFill>
                  <a:schemeClr val="dk1"/>
                </a:solidFill>
                <a:effectLst/>
                <a:uFillTx/>
                <a:latin typeface="Times New Roman"/>
              </a:rPr>
              <a:t>Maintenance Supporting Tools</a:t>
            </a:r>
            <a:br>
              <a:rPr sz="3600"/>
            </a:br>
            <a:endParaRPr b="0" lang="en-US" sz="3600" strike="noStrike" u="none">
              <a:solidFill>
                <a:srgbClr val="000000"/>
              </a:solidFill>
              <a:effectLst/>
              <a:uFillTx/>
              <a:latin typeface="Arial"/>
            </a:endParaRPr>
          </a:p>
        </p:txBody>
      </p:sp>
      <p:sp>
        <p:nvSpPr>
          <p:cNvPr id="115" name="PlaceHolder 2"/>
          <p:cNvSpPr>
            <a:spLocks noGrp="1"/>
          </p:cNvSpPr>
          <p:nvPr>
            <p:ph/>
          </p:nvPr>
        </p:nvSpPr>
        <p:spPr>
          <a:xfrm>
            <a:off x="345600" y="1605600"/>
            <a:ext cx="11845080" cy="525132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spcBef>
                <a:spcPts val="1001"/>
              </a:spcBef>
              <a:buClr>
                <a:srgbClr val="000000"/>
              </a:buClr>
              <a:buFont typeface="Wingdings" charset="2"/>
              <a:buChar char=""/>
            </a:pPr>
            <a:r>
              <a:rPr b="0" lang="en-US" sz="2000" strike="noStrike" u="none">
                <a:solidFill>
                  <a:schemeClr val="dk1"/>
                </a:solidFill>
                <a:effectLst/>
                <a:uFillTx/>
                <a:latin typeface="Times New Roman"/>
              </a:rPr>
              <a:t>Software maintenance tools are programs used by software engineers </a:t>
            </a:r>
            <a:endParaRPr b="0" lang="en-US" sz="2000" strike="noStrike" u="none">
              <a:solidFill>
                <a:srgbClr val="000000"/>
              </a:solidFill>
              <a:effectLst/>
              <a:uFillTx/>
              <a:latin typeface="Arial"/>
            </a:endParaRPr>
          </a:p>
          <a:p>
            <a:pPr lvl="1" marL="685800" indent="-228600" algn="just" defTabSz="914400">
              <a:lnSpc>
                <a:spcPct val="150000"/>
              </a:lnSpc>
              <a:spcBef>
                <a:spcPts val="499"/>
              </a:spcBef>
              <a:buClr>
                <a:srgbClr val="000000"/>
              </a:buClr>
              <a:buFont typeface="Wingdings" charset="2"/>
              <a:buChar char=""/>
            </a:pPr>
            <a:r>
              <a:rPr b="0" lang="en-US" sz="2000" strike="noStrike" u="none">
                <a:solidFill>
                  <a:schemeClr val="dk1"/>
                </a:solidFill>
                <a:effectLst/>
                <a:uFillTx/>
                <a:latin typeface="Times New Roman"/>
              </a:rPr>
              <a:t>To increase their productivity for gathering data </a:t>
            </a:r>
            <a:endParaRPr b="0" lang="en-US" sz="2000" strike="noStrike" u="none">
              <a:solidFill>
                <a:srgbClr val="000000"/>
              </a:solidFill>
              <a:effectLst/>
              <a:uFillTx/>
              <a:latin typeface="Arial"/>
            </a:endParaRPr>
          </a:p>
          <a:p>
            <a:pPr lvl="1" marL="685800" indent="-228600" algn="just" defTabSz="914400">
              <a:lnSpc>
                <a:spcPct val="150000"/>
              </a:lnSpc>
              <a:spcBef>
                <a:spcPts val="499"/>
              </a:spcBef>
              <a:buClr>
                <a:srgbClr val="000000"/>
              </a:buClr>
              <a:buFont typeface="Wingdings" charset="2"/>
              <a:buChar char=""/>
            </a:pPr>
            <a:r>
              <a:rPr b="0" lang="en-US" sz="2000" strike="noStrike" u="none">
                <a:solidFill>
                  <a:schemeClr val="dk1"/>
                </a:solidFill>
                <a:effectLst/>
                <a:uFillTx/>
                <a:latin typeface="Times New Roman"/>
              </a:rPr>
              <a:t>To detecting bugs and </a:t>
            </a:r>
            <a:endParaRPr b="0" lang="en-US" sz="2000" strike="noStrike" u="none">
              <a:solidFill>
                <a:srgbClr val="000000"/>
              </a:solidFill>
              <a:effectLst/>
              <a:uFillTx/>
              <a:latin typeface="Arial"/>
            </a:endParaRPr>
          </a:p>
          <a:p>
            <a:pPr lvl="1" marL="685800" indent="-228600" algn="just" defTabSz="914400">
              <a:lnSpc>
                <a:spcPct val="150000"/>
              </a:lnSpc>
              <a:spcBef>
                <a:spcPts val="499"/>
              </a:spcBef>
              <a:buClr>
                <a:srgbClr val="000000"/>
              </a:buClr>
              <a:buFont typeface="Wingdings" charset="2"/>
              <a:buChar char=""/>
            </a:pPr>
            <a:r>
              <a:rPr b="0" lang="en-US" sz="2000" strike="noStrike" u="none">
                <a:solidFill>
                  <a:schemeClr val="dk1"/>
                </a:solidFill>
                <a:effectLst/>
                <a:uFillTx/>
                <a:latin typeface="Times New Roman"/>
              </a:rPr>
              <a:t>To managing their software. </a:t>
            </a:r>
            <a:endParaRPr b="0" lang="en-US" sz="2000" strike="noStrike" u="none">
              <a:solidFill>
                <a:srgbClr val="000000"/>
              </a:solidFill>
              <a:effectLst/>
              <a:uFillTx/>
              <a:latin typeface="Arial"/>
            </a:endParaRPr>
          </a:p>
          <a:p>
            <a:pPr marL="228600" indent="-228600" defTabSz="914400">
              <a:lnSpc>
                <a:spcPct val="150000"/>
              </a:lnSpc>
              <a:spcBef>
                <a:spcPts val="1001"/>
              </a:spcBef>
              <a:buClr>
                <a:srgbClr val="000000"/>
              </a:buClr>
              <a:buFont typeface="Wingdings" charset="2"/>
              <a:buChar char=""/>
            </a:pPr>
            <a:r>
              <a:rPr b="0" lang="en-US" sz="2200" strike="noStrike" u="none">
                <a:solidFill>
                  <a:schemeClr val="dk1"/>
                </a:solidFill>
                <a:effectLst/>
                <a:uFillTx/>
                <a:latin typeface="Times New Roman"/>
              </a:rPr>
              <a:t>Without these tools, it would be nearly impossible for these engineers to go through thousands of lines of code to find errors or determine why a particular server went down.</a:t>
            </a:r>
            <a:endParaRPr b="0" lang="en-US" sz="2200" strike="noStrike" u="none">
              <a:solidFill>
                <a:srgbClr val="000000"/>
              </a:solidFill>
              <a:effectLst/>
              <a:uFillTx/>
              <a:latin typeface="Arial"/>
            </a:endParaRPr>
          </a:p>
          <a:p>
            <a:pPr marL="228600" indent="-228600" defTabSz="914400">
              <a:lnSpc>
                <a:spcPct val="150000"/>
              </a:lnSpc>
              <a:spcBef>
                <a:spcPts val="1001"/>
              </a:spcBef>
              <a:buClr>
                <a:srgbClr val="000000"/>
              </a:buClr>
              <a:buFont typeface="Wingdings" charset="2"/>
              <a:buChar char=""/>
            </a:pPr>
            <a:r>
              <a:rPr b="0" lang="en-US" sz="2200" strike="noStrike" u="none">
                <a:solidFill>
                  <a:schemeClr val="dk1"/>
                </a:solidFill>
                <a:effectLst/>
                <a:uFillTx/>
                <a:latin typeface="Times New Roman"/>
              </a:rPr>
              <a:t>The software Maintenance supporting tools set provides software engineers can categorized </a:t>
            </a:r>
            <a:endParaRPr b="0" lang="en-US" sz="22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pPr>
            <a:r>
              <a:rPr b="0" lang="en-US" sz="1900" strike="noStrike" u="none">
                <a:solidFill>
                  <a:schemeClr val="dk1"/>
                </a:solidFill>
                <a:effectLst/>
                <a:uFillTx/>
                <a:latin typeface="Times New Roman"/>
              </a:rPr>
              <a:t>Supporting maintenance quality enhancement </a:t>
            </a:r>
            <a:endParaRPr b="0" lang="en-US" sz="1900" strike="noStrike" u="none">
              <a:solidFill>
                <a:srgbClr val="000000"/>
              </a:solidFill>
              <a:effectLst/>
              <a:uFillTx/>
              <a:latin typeface="Arial"/>
            </a:endParaRPr>
          </a:p>
          <a:p>
            <a:pPr lvl="2" marL="1143000" indent="-228600" defTabSz="914400">
              <a:lnSpc>
                <a:spcPct val="150000"/>
              </a:lnSpc>
              <a:spcBef>
                <a:spcPts val="499"/>
              </a:spcBef>
              <a:buClr>
                <a:srgbClr val="000000"/>
              </a:buClr>
              <a:buFont typeface="Wingdings" charset="2"/>
              <a:buChar char=""/>
            </a:pPr>
            <a:r>
              <a:rPr b="0" lang="en-US" sz="1500" strike="noStrike" u="none">
                <a:solidFill>
                  <a:schemeClr val="dk1"/>
                </a:solidFill>
                <a:effectLst/>
                <a:uFillTx/>
                <a:latin typeface="Times New Roman"/>
              </a:rPr>
              <a:t> E.g.  Metrics Measurement tool, Programming rule Checker, Redundancy Checker </a:t>
            </a:r>
            <a:endParaRPr b="0" lang="en-US" sz="15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pPr>
            <a:r>
              <a:rPr b="0" lang="en-US" sz="1900" strike="noStrike" u="none">
                <a:solidFill>
                  <a:schemeClr val="dk1"/>
                </a:solidFill>
                <a:effectLst/>
                <a:uFillTx/>
                <a:latin typeface="Times New Roman"/>
              </a:rPr>
              <a:t>Support for program repair work </a:t>
            </a:r>
            <a:endParaRPr b="0" lang="en-US" sz="1900" strike="noStrike" u="none">
              <a:solidFill>
                <a:srgbClr val="000000"/>
              </a:solidFill>
              <a:effectLst/>
              <a:uFillTx/>
              <a:latin typeface="Arial"/>
            </a:endParaRPr>
          </a:p>
          <a:p>
            <a:pPr lvl="2" marL="1143000" indent="-228600" defTabSz="914400">
              <a:lnSpc>
                <a:spcPct val="150000"/>
              </a:lnSpc>
              <a:spcBef>
                <a:spcPts val="499"/>
              </a:spcBef>
              <a:buClr>
                <a:srgbClr val="000000"/>
              </a:buClr>
              <a:buFont typeface="Wingdings" charset="2"/>
              <a:buChar char=""/>
            </a:pPr>
            <a:r>
              <a:rPr b="0" lang="en-US" sz="1500" strike="noStrike" u="none">
                <a:solidFill>
                  <a:schemeClr val="dk1"/>
                </a:solidFill>
                <a:effectLst/>
                <a:uFillTx/>
                <a:latin typeface="Times New Roman"/>
              </a:rPr>
              <a:t>E.g. Structure Analyzer, Maintenance document generator, Impact Analyzer </a:t>
            </a:r>
            <a:br>
              <a:rPr sz="1500"/>
            </a:br>
            <a:r>
              <a:rPr b="0" lang="en-US" sz="1500" strike="noStrike" u="none">
                <a:solidFill>
                  <a:schemeClr val="dk1"/>
                </a:solidFill>
                <a:effectLst/>
                <a:uFillTx/>
                <a:latin typeface="Times New Roman"/>
              </a:rPr>
              <a:t> </a:t>
            </a:r>
            <a:endParaRPr b="0" lang="en-US" sz="15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47400" y="365040"/>
            <a:ext cx="11843640" cy="73692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3600" strike="noStrike" u="none">
                <a:solidFill>
                  <a:schemeClr val="dk1"/>
                </a:solidFill>
                <a:effectLst/>
                <a:uFillTx/>
                <a:latin typeface="Times New Roman"/>
              </a:rPr>
              <a:t>Problem Management Process</a:t>
            </a:r>
            <a:endParaRPr b="0" lang="en-US" sz="3600" strike="noStrike" u="none">
              <a:solidFill>
                <a:srgbClr val="000000"/>
              </a:solidFill>
              <a:effectLst/>
              <a:uFillTx/>
              <a:latin typeface="Arial"/>
            </a:endParaRPr>
          </a:p>
        </p:txBody>
      </p:sp>
      <p:sp>
        <p:nvSpPr>
          <p:cNvPr id="117" name="PlaceHolder 2"/>
          <p:cNvSpPr>
            <a:spLocks noGrp="1"/>
          </p:cNvSpPr>
          <p:nvPr>
            <p:ph/>
          </p:nvPr>
        </p:nvSpPr>
        <p:spPr>
          <a:xfrm>
            <a:off x="347400" y="1597320"/>
            <a:ext cx="11843640" cy="5259600"/>
          </a:xfrm>
          <a:prstGeom prst="rect">
            <a:avLst/>
          </a:prstGeom>
          <a:noFill/>
          <a:ln w="0">
            <a:noFill/>
          </a:ln>
        </p:spPr>
        <p:txBody>
          <a:bodyPr lIns="91440" rIns="91440" tIns="45720" bIns="45720" anchor="t">
            <a:normAutofit fontScale="92500" lnSpcReduction="9999"/>
          </a:bodyPr>
          <a:p>
            <a:pPr indent="0" defTabSz="914400">
              <a:lnSpc>
                <a:spcPct val="110000"/>
              </a:lnSpc>
              <a:spcBef>
                <a:spcPts val="1001"/>
              </a:spcBef>
              <a:buNone/>
              <a:tabLst>
                <a:tab algn="l" pos="0"/>
              </a:tabLst>
            </a:pPr>
            <a:r>
              <a:rPr b="0" lang="en-US" sz="2600" strike="noStrike" u="none">
                <a:solidFill>
                  <a:schemeClr val="dk1"/>
                </a:solidFill>
                <a:effectLst/>
                <a:uFillTx/>
                <a:latin typeface="Calibri"/>
              </a:rPr>
              <a:t>The problem management process has many steps, and each is vitally important to the success of the process and the quality of service delivered.</a:t>
            </a:r>
            <a:endParaRPr b="0" lang="en-US" sz="2600" strike="noStrike" u="none">
              <a:solidFill>
                <a:srgbClr val="000000"/>
              </a:solidFill>
              <a:effectLst/>
              <a:uFillTx/>
              <a:latin typeface="Arial"/>
            </a:endParaRPr>
          </a:p>
          <a:p>
            <a:pPr marL="457200" indent="-457200" algn="just" defTabSz="914400">
              <a:lnSpc>
                <a:spcPct val="110000"/>
              </a:lnSpc>
              <a:spcBef>
                <a:spcPts val="1001"/>
              </a:spcBef>
              <a:buClr>
                <a:srgbClr val="000000"/>
              </a:buClr>
              <a:buFont typeface="Calibri Light"/>
              <a:buAutoNum type="arabicPeriod"/>
              <a:tabLst>
                <a:tab algn="l" pos="0"/>
              </a:tabLst>
            </a:pPr>
            <a:r>
              <a:rPr b="1" lang="en-US" sz="2000" strike="noStrike" u="none">
                <a:solidFill>
                  <a:schemeClr val="dk1"/>
                </a:solidFill>
                <a:effectLst/>
                <a:uFillTx/>
                <a:latin typeface="Times New Roman"/>
              </a:rPr>
              <a:t>D</a:t>
            </a:r>
            <a:r>
              <a:rPr b="1" lang="en-US" sz="2000" strike="noStrike" u="none">
                <a:solidFill>
                  <a:schemeClr val="dk1"/>
                </a:solidFill>
                <a:effectLst/>
                <a:uFillTx/>
                <a:latin typeface="Calibri"/>
              </a:rPr>
              <a:t>etect the problem</a:t>
            </a:r>
            <a:r>
              <a:rPr b="1" lang="en-US" sz="2000" strike="noStrike" u="none">
                <a:solidFill>
                  <a:schemeClr val="dk1"/>
                </a:solidFill>
                <a:effectLst/>
                <a:uFillTx/>
                <a:latin typeface="Times New Roman"/>
              </a:rPr>
              <a:t>: </a:t>
            </a:r>
            <a:r>
              <a:rPr b="0" lang="en-US" sz="2000" strike="noStrike" u="none">
                <a:solidFill>
                  <a:schemeClr val="dk1"/>
                </a:solidFill>
                <a:effectLst/>
                <a:uFillTx/>
                <a:latin typeface="Times New Roman"/>
              </a:rPr>
              <a:t>A problem is raised either through </a:t>
            </a:r>
            <a:endParaRPr b="0" lang="en-US" sz="20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Times New Roman"/>
              </a:rPr>
              <a:t>Appreciation from the service desk</a:t>
            </a:r>
            <a:endParaRPr b="0" lang="en-US" sz="18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Times New Roman"/>
              </a:rPr>
              <a:t>Proactive evaluation of incident patterns and alerts from event management </a:t>
            </a:r>
            <a:endParaRPr b="0" lang="en-US" sz="18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Times New Roman"/>
              </a:rPr>
              <a:t>Continual service improvement processes.</a:t>
            </a:r>
            <a:endParaRPr b="0" lang="en-US" sz="1800" strike="noStrike" u="none">
              <a:solidFill>
                <a:srgbClr val="000000"/>
              </a:solidFill>
              <a:effectLst/>
              <a:uFillTx/>
              <a:latin typeface="Arial"/>
            </a:endParaRPr>
          </a:p>
          <a:p>
            <a:pPr marL="457200" indent="-457200" algn="just" defTabSz="914400">
              <a:lnSpc>
                <a:spcPct val="110000"/>
              </a:lnSpc>
              <a:spcBef>
                <a:spcPts val="1001"/>
              </a:spcBef>
              <a:buClr>
                <a:srgbClr val="000000"/>
              </a:buClr>
              <a:buFont typeface="Calibri Light"/>
              <a:buAutoNum type="arabicPeriod"/>
              <a:tabLst>
                <a:tab algn="l" pos="0"/>
              </a:tabLst>
            </a:pPr>
            <a:r>
              <a:rPr b="1" lang="en-US" sz="2200" strike="noStrike" u="none">
                <a:solidFill>
                  <a:schemeClr val="dk1"/>
                </a:solidFill>
                <a:effectLst/>
                <a:uFillTx/>
                <a:latin typeface="Times New Roman"/>
              </a:rPr>
              <a:t>L</a:t>
            </a:r>
            <a:r>
              <a:rPr b="1" lang="en-US" sz="2200" strike="noStrike" u="none">
                <a:solidFill>
                  <a:schemeClr val="dk1"/>
                </a:solidFill>
                <a:effectLst/>
                <a:uFillTx/>
                <a:latin typeface="Calibri"/>
              </a:rPr>
              <a:t>og the problem</a:t>
            </a:r>
            <a:r>
              <a:rPr b="1" lang="en-US" sz="2200" strike="noStrike" u="none">
                <a:solidFill>
                  <a:schemeClr val="dk1"/>
                </a:solidFill>
                <a:effectLst/>
                <a:uFillTx/>
                <a:latin typeface="Times New Roman"/>
              </a:rPr>
              <a:t>: </a:t>
            </a:r>
            <a:r>
              <a:rPr b="0" lang="en-US" sz="2200" strike="noStrike" u="none">
                <a:solidFill>
                  <a:schemeClr val="dk1"/>
                </a:solidFill>
                <a:effectLst/>
                <a:uFillTx/>
                <a:latin typeface="Times New Roman"/>
              </a:rPr>
              <a:t>Problems are logged in a problem record. A problem record is a compilation of every problem in an organization. Pertinent problem data, such as the time and date of occurrence, the related incident, the symptoms, previous troubleshooting steps…</a:t>
            </a:r>
            <a:endParaRPr b="0" lang="en-US" sz="2200" strike="noStrike" u="none">
              <a:solidFill>
                <a:srgbClr val="000000"/>
              </a:solidFill>
              <a:effectLst/>
              <a:uFillTx/>
              <a:latin typeface="Arial"/>
            </a:endParaRPr>
          </a:p>
          <a:p>
            <a:pPr marL="457200" indent="-457200" algn="just" defTabSz="914400">
              <a:lnSpc>
                <a:spcPct val="110000"/>
              </a:lnSpc>
              <a:spcBef>
                <a:spcPts val="1001"/>
              </a:spcBef>
              <a:buClr>
                <a:srgbClr val="000000"/>
              </a:buClr>
              <a:buFont typeface="Calibri Light"/>
              <a:buAutoNum type="arabicPeriod"/>
              <a:tabLst>
                <a:tab algn="l" pos="0"/>
              </a:tabLst>
            </a:pPr>
            <a:r>
              <a:rPr b="1" lang="en-US" sz="2000" strike="noStrike" u="none">
                <a:solidFill>
                  <a:schemeClr val="dk1"/>
                </a:solidFill>
                <a:effectLst/>
                <a:uFillTx/>
                <a:latin typeface="Times New Roman"/>
              </a:rPr>
              <a:t>C</a:t>
            </a:r>
            <a:r>
              <a:rPr b="1" lang="en-US" sz="2000" strike="noStrike" u="none">
                <a:solidFill>
                  <a:schemeClr val="dk1"/>
                </a:solidFill>
                <a:effectLst/>
                <a:uFillTx/>
                <a:latin typeface="Calibri"/>
              </a:rPr>
              <a:t>ategorize the problem</a:t>
            </a:r>
            <a:r>
              <a:rPr b="1" lang="en-US" sz="2000" strike="noStrike" u="none">
                <a:solidFill>
                  <a:schemeClr val="dk1"/>
                </a:solidFill>
                <a:effectLst/>
                <a:uFillTx/>
                <a:latin typeface="Times New Roman"/>
              </a:rPr>
              <a:t>:</a:t>
            </a:r>
            <a:r>
              <a:rPr b="0" lang="en-US" sz="2000" strike="noStrike" u="none">
                <a:solidFill>
                  <a:schemeClr val="dk1"/>
                </a:solidFill>
                <a:effectLst/>
                <a:uFillTx/>
                <a:latin typeface="Calibri"/>
              </a:rPr>
              <a:t> Incident [any problem] categorization involves assigning a main and secondary category to the issue.</a:t>
            </a:r>
            <a:r>
              <a:rPr b="0" lang="en-US" sz="2000" strike="noStrike" u="none">
                <a:solidFill>
                  <a:schemeClr val="dk1"/>
                </a:solidFill>
                <a:effectLst/>
                <a:uFillTx/>
                <a:latin typeface="Times New Roman"/>
              </a:rPr>
              <a:t> </a:t>
            </a:r>
            <a:r>
              <a:rPr b="0" lang="en-US" sz="2000" strike="noStrike" u="none">
                <a:solidFill>
                  <a:schemeClr val="dk1"/>
                </a:solidFill>
                <a:effectLst/>
                <a:uFillTx/>
                <a:latin typeface="Calibri"/>
              </a:rPr>
              <a:t>This step is beneficial in several ways. </a:t>
            </a:r>
            <a:endParaRPr b="0" lang="en-US" sz="20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Times New Roman"/>
              </a:rPr>
              <a:t>I</a:t>
            </a:r>
            <a:r>
              <a:rPr b="0" lang="en-US" sz="1800" strike="noStrike" u="none">
                <a:solidFill>
                  <a:schemeClr val="dk1"/>
                </a:solidFill>
                <a:effectLst/>
                <a:uFillTx/>
                <a:latin typeface="Calibri"/>
              </a:rPr>
              <a:t>t allows the service desk to sort and model incidents that occur regularly. </a:t>
            </a:r>
            <a:endParaRPr b="0" lang="en-US" sz="18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Calibri"/>
              </a:rPr>
              <a:t>The modeling allows for automatic assignment of prioritization. </a:t>
            </a:r>
            <a:endParaRPr b="0" lang="en-US" sz="1800" strike="noStrike" u="none">
              <a:solidFill>
                <a:srgbClr val="000000"/>
              </a:solidFill>
              <a:effectLst/>
              <a:uFillTx/>
              <a:latin typeface="Arial"/>
            </a:endParaRPr>
          </a:p>
          <a:p>
            <a:pPr lvl="1" marL="685800" indent="-228600" algn="just" defTabSz="914400">
              <a:lnSpc>
                <a:spcPct val="110000"/>
              </a:lnSpc>
              <a:spcBef>
                <a:spcPts val="499"/>
              </a:spcBef>
              <a:buClr>
                <a:srgbClr val="000000"/>
              </a:buClr>
              <a:buFont typeface="Wingdings" charset="2"/>
              <a:buChar char=""/>
              <a:tabLst>
                <a:tab algn="l" pos="0"/>
              </a:tabLst>
            </a:pPr>
            <a:r>
              <a:rPr b="0" lang="en-US" sz="1800" strike="noStrike" u="none">
                <a:solidFill>
                  <a:schemeClr val="dk1"/>
                </a:solidFill>
                <a:effectLst/>
                <a:uFillTx/>
                <a:latin typeface="Calibri"/>
              </a:rPr>
              <a:t>The third and most important benefit is the ability to gather and report on service desk data.</a:t>
            </a:r>
            <a:endParaRPr b="0" lang="en-US" sz="1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369360" y="365040"/>
            <a:ext cx="11821320" cy="736920"/>
          </a:xfrm>
          <a:prstGeom prst="rect">
            <a:avLst/>
          </a:prstGeom>
          <a:noFill/>
          <a:ln w="0">
            <a:noFill/>
          </a:ln>
        </p:spPr>
        <p:txBody>
          <a:bodyPr lIns="91440" rIns="91440" tIns="45720" bIns="45720" anchor="ctr">
            <a:noAutofit/>
          </a:bodyPr>
          <a:p>
            <a:pPr indent="0" defTabSz="914400">
              <a:lnSpc>
                <a:spcPct val="90000"/>
              </a:lnSpc>
              <a:buNone/>
              <a:tabLst>
                <a:tab algn="l" pos="0"/>
              </a:tabLst>
            </a:pPr>
            <a:br>
              <a:rPr sz="3200"/>
            </a:br>
            <a:r>
              <a:rPr b="1" lang="en-US" sz="3200" strike="noStrike" u="none">
                <a:solidFill>
                  <a:schemeClr val="dk1"/>
                </a:solidFill>
                <a:effectLst/>
                <a:uFillTx/>
                <a:latin typeface="Times New Roman"/>
              </a:rPr>
              <a:t>Maintenance Supporting Tools…</a:t>
            </a:r>
            <a:br>
              <a:rPr sz="3200"/>
            </a:br>
            <a:endParaRPr b="0" lang="en-US" sz="3200" strike="noStrike" u="none">
              <a:solidFill>
                <a:srgbClr val="000000"/>
              </a:solidFill>
              <a:effectLst/>
              <a:uFillTx/>
              <a:latin typeface="Arial"/>
            </a:endParaRPr>
          </a:p>
        </p:txBody>
      </p:sp>
      <p:sp>
        <p:nvSpPr>
          <p:cNvPr id="119" name="PlaceHolder 2"/>
          <p:cNvSpPr>
            <a:spLocks noGrp="1"/>
          </p:cNvSpPr>
          <p:nvPr>
            <p:ph/>
          </p:nvPr>
        </p:nvSpPr>
        <p:spPr>
          <a:xfrm>
            <a:off x="369360" y="1607040"/>
            <a:ext cx="11821320" cy="524988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en-US" sz="2400" strike="noStrike" u="none">
                <a:solidFill>
                  <a:schemeClr val="dk1"/>
                </a:solidFill>
                <a:effectLst/>
                <a:uFillTx/>
                <a:latin typeface="Times New Roman"/>
              </a:rPr>
              <a:t>Examples of Software maintenance tools regarding program comprehension include:</a:t>
            </a:r>
            <a:endParaRPr b="0" lang="en-US" sz="24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Program slicers</a:t>
            </a:r>
            <a:r>
              <a:rPr b="0" lang="en-US" sz="2000" strike="noStrike" u="none">
                <a:solidFill>
                  <a:schemeClr val="dk1"/>
                </a:solidFill>
                <a:effectLst/>
                <a:uFillTx/>
                <a:latin typeface="Times New Roman"/>
              </a:rPr>
              <a:t>: which select only parts of a program affected by a change</a:t>
            </a:r>
            <a:endParaRPr b="0" lang="en-US" sz="20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Static analyzers</a:t>
            </a:r>
            <a:r>
              <a:rPr b="0" lang="en-US" sz="2000" strike="noStrike" u="none">
                <a:solidFill>
                  <a:schemeClr val="dk1"/>
                </a:solidFill>
                <a:effectLst/>
                <a:uFillTx/>
                <a:latin typeface="Times New Roman"/>
              </a:rPr>
              <a:t>: which allow general viewing and summaries of a program content</a:t>
            </a:r>
            <a:endParaRPr b="0" lang="en-US" sz="20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Dynamic analyzers</a:t>
            </a:r>
            <a:r>
              <a:rPr b="0" lang="en-US" sz="2000" strike="noStrike" u="none">
                <a:solidFill>
                  <a:schemeClr val="dk1"/>
                </a:solidFill>
                <a:effectLst/>
                <a:uFillTx/>
                <a:latin typeface="Times New Roman"/>
              </a:rPr>
              <a:t>: which allow the maintainer to trace the execution path of a program</a:t>
            </a:r>
            <a:endParaRPr b="0" lang="en-US" sz="20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Data flow analyzers</a:t>
            </a:r>
            <a:r>
              <a:rPr b="0" lang="en-US" sz="2000" strike="noStrike" u="none">
                <a:solidFill>
                  <a:schemeClr val="dk1"/>
                </a:solidFill>
                <a:effectLst/>
                <a:uFillTx/>
                <a:latin typeface="Times New Roman"/>
              </a:rPr>
              <a:t>: which allow the maintainer to track all possible data flows of a program</a:t>
            </a:r>
            <a:endParaRPr b="0" lang="en-US" sz="20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Cross-referencers</a:t>
            </a:r>
            <a:r>
              <a:rPr b="0" lang="en-US" sz="2000" strike="noStrike" u="none">
                <a:solidFill>
                  <a:schemeClr val="dk1"/>
                </a:solidFill>
                <a:effectLst/>
                <a:uFillTx/>
                <a:latin typeface="Times New Roman"/>
              </a:rPr>
              <a:t>: which generate indices of program components; and</a:t>
            </a:r>
            <a:endParaRPr b="0" lang="en-US" sz="2000" strike="noStrike" u="none">
              <a:solidFill>
                <a:srgbClr val="000000"/>
              </a:solidFill>
              <a:effectLst/>
              <a:uFillTx/>
              <a:latin typeface="Arial"/>
            </a:endParaRPr>
          </a:p>
          <a:p>
            <a:pPr lvl="1" marL="685800" indent="-228600" defTabSz="914400">
              <a:lnSpc>
                <a:spcPct val="150000"/>
              </a:lnSpc>
              <a:spcBef>
                <a:spcPts val="499"/>
              </a:spcBef>
              <a:buClr>
                <a:srgbClr val="000000"/>
              </a:buClr>
              <a:buFont typeface="Wingdings" charset="2"/>
              <a:buChar char=""/>
              <a:tabLst>
                <a:tab algn="l" pos="0"/>
              </a:tabLst>
            </a:pPr>
            <a:r>
              <a:rPr b="1" lang="en-US" sz="2000" strike="noStrike" u="none">
                <a:solidFill>
                  <a:schemeClr val="dk1"/>
                </a:solidFill>
                <a:effectLst/>
                <a:uFillTx/>
                <a:latin typeface="Times New Roman"/>
              </a:rPr>
              <a:t>Dependency analyzers</a:t>
            </a:r>
            <a:r>
              <a:rPr b="0" lang="en-US" sz="2000" strike="noStrike" u="none">
                <a:solidFill>
                  <a:schemeClr val="dk1"/>
                </a:solidFill>
                <a:effectLst/>
                <a:uFillTx/>
                <a:latin typeface="Times New Roman"/>
              </a:rPr>
              <a:t>: which help maintainers analyze and understand the interrelationships between components of a program. </a:t>
            </a:r>
            <a:br>
              <a:rPr sz="2000"/>
            </a:br>
            <a:r>
              <a:rPr b="0" lang="en-US" sz="2000" strike="noStrike" u="none">
                <a:solidFill>
                  <a:schemeClr val="dk1"/>
                </a:solidFill>
                <a:effectLst/>
                <a:uFillTx/>
                <a:latin typeface="Times New Roman"/>
              </a:rPr>
              <a:t> </a:t>
            </a:r>
            <a:endParaRPr b="0" lang="en-US" sz="20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4520" cy="7369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000" strike="noStrike" u="none">
                <a:solidFill>
                  <a:schemeClr val="dk1"/>
                </a:solidFill>
                <a:effectLst/>
                <a:uFillTx/>
                <a:latin typeface="Times New Roman"/>
              </a:rPr>
              <a:t>Reference</a:t>
            </a:r>
            <a:endParaRPr b="0" lang="en-US" sz="4000" strike="noStrike" u="none">
              <a:solidFill>
                <a:srgbClr val="000000"/>
              </a:solidFill>
              <a:effectLst/>
              <a:uFillTx/>
              <a:latin typeface="Arial"/>
            </a:endParaRPr>
          </a:p>
        </p:txBody>
      </p:sp>
      <p:sp>
        <p:nvSpPr>
          <p:cNvPr id="121" name="PlaceHolder 2"/>
          <p:cNvSpPr>
            <a:spLocks noGrp="1"/>
          </p:cNvSpPr>
          <p:nvPr>
            <p:ph/>
          </p:nvPr>
        </p:nvSpPr>
        <p:spPr>
          <a:xfrm>
            <a:off x="381960" y="1597320"/>
            <a:ext cx="11809080" cy="52596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b="0" lang="en-US" sz="2800" strike="noStrike" u="none">
              <a:solidFill>
                <a:srgbClr val="000000"/>
              </a:solidFill>
              <a:effectLst/>
              <a:uFillTx/>
              <a:latin typeface="Arial"/>
            </a:endParaRPr>
          </a:p>
          <a:p>
            <a:pPr marL="228600" indent="-228600" algn="just" defTabSz="914400">
              <a:lnSpc>
                <a:spcPct val="100000"/>
              </a:lnSpc>
              <a:spcBef>
                <a:spcPts val="1001"/>
              </a:spcBef>
              <a:buClr>
                <a:srgbClr val="000000"/>
              </a:buClr>
              <a:buFont typeface="Arial"/>
              <a:buChar char="•"/>
              <a:tabLst>
                <a:tab algn="l" pos="0"/>
              </a:tabLst>
            </a:pPr>
            <a:r>
              <a:rPr b="0" lang="en-US" sz="2400" strike="noStrike" u="none">
                <a:solidFill>
                  <a:schemeClr val="dk1"/>
                </a:solidFill>
                <a:effectLst/>
                <a:uFillTx/>
                <a:latin typeface="Times New Roman"/>
              </a:rPr>
              <a:t>Alain April, Alain Abran (2008), Software Maintenance Management Evaluation and Continuous Improvement</a:t>
            </a:r>
            <a:endParaRPr b="0" lang="en-US" sz="2400" strike="noStrike" u="none">
              <a:solidFill>
                <a:srgbClr val="000000"/>
              </a:solidFill>
              <a:effectLst/>
              <a:uFillTx/>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Times New Roman"/>
              </a:rPr>
              <a:t>FRANK NIESSINK and HANS VAN VLIET(2000), Software Maintenance from a Service Perspective, Faculty of Sciences, division of Mathematics and Computer Science, Vrije Universiteit, De Boelelaan Amsterdam, the Netherlands.</a:t>
            </a:r>
            <a:endParaRPr b="0" lang="en-US" sz="2400" strike="noStrike" u="none">
              <a:solidFill>
                <a:srgbClr val="000000"/>
              </a:solidFill>
              <a:effectLst/>
              <a:uFillTx/>
              <a:latin typeface="Arial"/>
            </a:endParaRPr>
          </a:p>
          <a:p>
            <a:pPr marL="228600" indent="-228600" algn="just" defTabSz="914400">
              <a:lnSpc>
                <a:spcPct val="120000"/>
              </a:lnSpc>
              <a:spcBef>
                <a:spcPts val="1001"/>
              </a:spcBef>
              <a:buClr>
                <a:srgbClr val="000000"/>
              </a:buClr>
              <a:buFont typeface="Arial"/>
              <a:buChar char="•"/>
              <a:tabLst>
                <a:tab algn="l" pos="0"/>
              </a:tabLst>
            </a:pPr>
            <a:r>
              <a:rPr b="0" lang="fr-FR" sz="2400" strike="noStrike" u="none">
                <a:solidFill>
                  <a:schemeClr val="dk1"/>
                </a:solidFill>
                <a:effectLst/>
                <a:uFillTx/>
                <a:latin typeface="Times New Roman"/>
              </a:rPr>
              <a:t>Pierre Bourque, École de technologie supérieure(2014), </a:t>
            </a:r>
            <a:r>
              <a:rPr b="0" lang="en-US" sz="2400" strike="noStrike" u="none">
                <a:solidFill>
                  <a:schemeClr val="dk1"/>
                </a:solidFill>
                <a:effectLst/>
                <a:uFillTx/>
                <a:latin typeface="Times New Roman"/>
              </a:rPr>
              <a:t>Guide to the Software Engineering Body of Knowledge (SWEBOK) Version 3.0, A Project of the IEEE Computer Society. </a:t>
            </a:r>
            <a:endParaRPr b="0" lang="en-US" sz="2400" strike="noStrike" u="none">
              <a:solidFill>
                <a:srgbClr val="000000"/>
              </a:solidFill>
              <a:effectLst/>
              <a:uFillTx/>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400" strike="noStrike" u="sng">
                <a:solidFill>
                  <a:schemeClr val="dk1"/>
                </a:solidFill>
                <a:effectLst/>
                <a:uFillTx/>
                <a:latin typeface="Times New Roman"/>
                <a:hlinkClick r:id="rId1"/>
              </a:rPr>
              <a:t>www.techwalla.com/articles/list-of-software-maintenance-tools</a:t>
            </a:r>
            <a:r>
              <a:rPr b="0" lang="en-US" sz="2400" strike="noStrike" u="none">
                <a:solidFill>
                  <a:schemeClr val="dk1"/>
                </a:solidFill>
                <a:effectLst/>
                <a:uFillTx/>
                <a:latin typeface="Times New Roman"/>
              </a:rPr>
              <a:t> </a:t>
            </a:r>
            <a:r>
              <a:rPr b="0" lang="en-US" sz="2400" strike="noStrike" u="sng">
                <a:solidFill>
                  <a:schemeClr val="dk1"/>
                </a:solidFill>
                <a:effectLst/>
                <a:uFillTx/>
                <a:latin typeface="Times New Roman"/>
                <a:hlinkClick r:id="rId2"/>
              </a:rPr>
              <a:t>(Retrieved</a:t>
            </a:r>
            <a:r>
              <a:rPr b="0" lang="en-US" sz="2400" strike="noStrike" u="none">
                <a:solidFill>
                  <a:schemeClr val="dk1"/>
                </a:solidFill>
                <a:effectLst/>
                <a:uFillTx/>
                <a:latin typeface="Times New Roman"/>
              </a:rPr>
              <a:t> March 20 2018) </a:t>
            </a:r>
            <a:endParaRPr b="0" lang="en-US" sz="2400" strike="noStrike" u="none">
              <a:solidFill>
                <a:srgbClr val="000000"/>
              </a:solidFill>
              <a:effectLst/>
              <a:uFillTx/>
              <a:latin typeface="Arial"/>
            </a:endParaRPr>
          </a:p>
          <a:p>
            <a:pPr marL="228600" indent="-228600" algn="just"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Times New Roman"/>
              </a:rPr>
              <a:t> </a:t>
            </a:r>
            <a:r>
              <a:rPr b="0" lang="en-US" sz="2400" strike="noStrike" u="sng">
                <a:solidFill>
                  <a:schemeClr val="dk1"/>
                </a:solidFill>
                <a:effectLst/>
                <a:uFillTx/>
                <a:latin typeface="Times New Roman"/>
                <a:hlinkClick r:id="rId3"/>
              </a:rPr>
              <a:t>www.softwaretestingmentor.com/maintenance-testing/(Retrived</a:t>
            </a:r>
            <a:r>
              <a:rPr b="0" lang="en-US" sz="2400" strike="noStrike" u="none">
                <a:solidFill>
                  <a:schemeClr val="dk1"/>
                </a:solidFill>
                <a:effectLst/>
                <a:uFillTx/>
                <a:latin typeface="Times New Roman"/>
              </a:rPr>
              <a:t> March 20 2018)</a:t>
            </a:r>
            <a:endParaRPr b="0" lang="en-US" sz="2400" strike="noStrike" u="non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trike="noStrike" u="none">
                <a:solidFill>
                  <a:schemeClr val="dk1"/>
                </a:solidFill>
                <a:effectLst/>
                <a:uFillTx/>
                <a:latin typeface="Calibri"/>
              </a:rPr>
              <a:t> </a:t>
            </a:r>
            <a:r>
              <a:rPr b="0" lang="en-US" sz="2400" strike="noStrike" u="sng">
                <a:solidFill>
                  <a:schemeClr val="dk1"/>
                </a:solidFill>
                <a:effectLst/>
                <a:uFillTx/>
                <a:latin typeface="Calibri"/>
                <a:hlinkClick r:id="rId4"/>
              </a:rPr>
              <a:t>http://</a:t>
            </a:r>
            <a:r>
              <a:rPr b="0" lang="en-US" sz="2400" strike="noStrike" u="sng">
                <a:solidFill>
                  <a:schemeClr val="dk1"/>
                </a:solidFill>
                <a:effectLst/>
                <a:uFillTx/>
                <a:latin typeface="Calibri"/>
                <a:hlinkClick r:id="rId5"/>
              </a:rPr>
              <a:t>www.bmc.com/guides/itil-problem-management.html(Updated</a:t>
            </a:r>
            <a:r>
              <a:rPr b="0" lang="en-US" sz="2400" strike="noStrike" u="none">
                <a:solidFill>
                  <a:schemeClr val="dk1"/>
                </a:solidFill>
                <a:effectLst/>
                <a:uFillTx/>
                <a:latin typeface="Calibri"/>
              </a:rPr>
              <a:t> )</a:t>
            </a:r>
            <a:br>
              <a:rPr sz="2400"/>
            </a:br>
            <a:r>
              <a:rPr b="0" lang="en-US" sz="2400" strike="noStrike" u="none">
                <a:solidFill>
                  <a:schemeClr val="dk1"/>
                </a:solidFill>
                <a:effectLst/>
                <a:uFillTx/>
                <a:latin typeface="Times New Roman"/>
              </a:rPr>
              <a:t> </a:t>
            </a:r>
            <a:endParaRPr b="0" lang="en-US" sz="2400" strike="noStrike" u="none">
              <a:solidFill>
                <a:srgbClr val="000000"/>
              </a:solidFill>
              <a:effectLst/>
              <a:uFillTx/>
              <a:latin typeface="Arial"/>
            </a:endParaRPr>
          </a:p>
        </p:txBody>
      </p:sp>
    </p:spTree>
  </p:cSld>
  <mc:AlternateContent>
    <mc:Choice Requires="p14">
      <p:transition p14:dur="10"/>
    </mc:Choice>
    <mc:Fallback>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TM03457444[[fn=Basis]]</Template>
  <TotalTime>18249</TotalTime>
  <Application>LibreOffice/25.2.6.2$Linux_X86_64 LibreOffice_project/40d1a0e1d5bdf1afaeae24d9ece32bbb00fa66a4</Application>
  <AppVersion>15.0000</AppVersion>
  <Words>1869</Words>
  <Paragraphs>161</Paragraphs>
  <Company>HP</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2018-02-01T05:43:12Z</dcterms:created>
  <dc:creator>ayalk</dc:creator>
  <dc:description/>
  <dc:language>en-US</dc:language>
  <cp:lastModifiedBy/>
  <dcterms:modified xsi:type="dcterms:W3CDTF">2025-11-21T21:54:08Z</dcterms:modified>
  <cp:revision>363</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21</vt:i4>
  </property>
</Properties>
</file>